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tags/tag15.xml" ContentType="application/vnd.openxmlformats-officedocument.presentationml.tags+xml"/>
  <Override PartName="/ppt/notesSlides/notesSlide15.xml" ContentType="application/vnd.openxmlformats-officedocument.presentationml.notesSlide+xml"/>
  <Override PartName="/ppt/tags/tag16.xml" ContentType="application/vnd.openxmlformats-officedocument.presentationml.tags+xml"/>
  <Override PartName="/ppt/notesSlides/notesSlide16.xml" ContentType="application/vnd.openxmlformats-officedocument.presentationml.notesSlide+xml"/>
  <Override PartName="/ppt/tags/tag17.xml" ContentType="application/vnd.openxmlformats-officedocument.presentationml.tags+xml"/>
  <Override PartName="/ppt/notesSlides/notesSlide17.xml" ContentType="application/vnd.openxmlformats-officedocument.presentationml.notesSlide+xml"/>
  <Override PartName="/ppt/tags/tag18.xml" ContentType="application/vnd.openxmlformats-officedocument.presentationml.tags+xml"/>
  <Override PartName="/ppt/notesSlides/notesSlide18.xml" ContentType="application/vnd.openxmlformats-officedocument.presentationml.notesSlide+xml"/>
  <Override PartName="/ppt/tags/tag19.xml" ContentType="application/vnd.openxmlformats-officedocument.presentationml.tags+xml"/>
  <Override PartName="/ppt/notesSlides/notesSlide19.xml" ContentType="application/vnd.openxmlformats-officedocument.presentationml.notesSlide+xml"/>
  <Override PartName="/ppt/tags/tag20.xml" ContentType="application/vnd.openxmlformats-officedocument.presentationml.tags+xml"/>
  <Override PartName="/ppt/notesSlides/notesSlide20.xml" ContentType="application/vnd.openxmlformats-officedocument.presentationml.notesSlide+xml"/>
  <Override PartName="/ppt/tags/tag21.xml" ContentType="application/vnd.openxmlformats-officedocument.presentationml.tags+xml"/>
  <Override PartName="/ppt/notesSlides/notesSlide21.xml" ContentType="application/vnd.openxmlformats-officedocument.presentationml.notesSlide+xml"/>
  <Override PartName="/ppt/tags/tag22.xml" ContentType="application/vnd.openxmlformats-officedocument.presentationml.tags+xml"/>
  <Override PartName="/ppt/notesSlides/notesSlide22.xml" ContentType="application/vnd.openxmlformats-officedocument.presentationml.notesSlide+xml"/>
  <Override PartName="/ppt/tags/tag23.xml" ContentType="application/vnd.openxmlformats-officedocument.presentationml.tags+xml"/>
  <Override PartName="/ppt/notesSlides/notesSlide23.xml" ContentType="application/vnd.openxmlformats-officedocument.presentationml.notesSlide+xml"/>
  <Override PartName="/ppt/tags/tag24.xml" ContentType="application/vnd.openxmlformats-officedocument.presentationml.tags+xml"/>
  <Override PartName="/ppt/notesSlides/notesSlide24.xml" ContentType="application/vnd.openxmlformats-officedocument.presentationml.notesSlide+xml"/>
  <Override PartName="/ppt/tags/tag25.xml" ContentType="application/vnd.openxmlformats-officedocument.presentationml.tags+xml"/>
  <Override PartName="/ppt/notesSlides/notesSlide25.xml" ContentType="application/vnd.openxmlformats-officedocument.presentationml.notesSlide+xml"/>
  <Override PartName="/ppt/tags/tag26.xml" ContentType="application/vnd.openxmlformats-officedocument.presentationml.tags+xml"/>
  <Override PartName="/ppt/notesSlides/notesSlide26.xml" ContentType="application/vnd.openxmlformats-officedocument.presentationml.notesSlide+xml"/>
  <Override PartName="/ppt/tags/tag27.xml" ContentType="application/vnd.openxmlformats-officedocument.presentationml.tags+xml"/>
  <Override PartName="/ppt/notesSlides/notesSlide27.xml" ContentType="application/vnd.openxmlformats-officedocument.presentationml.notesSlide+xml"/>
  <Override PartName="/ppt/tags/tag28.xml" ContentType="application/vnd.openxmlformats-officedocument.presentationml.tags+xml"/>
  <Override PartName="/ppt/notesSlides/notesSlide28.xml" ContentType="application/vnd.openxmlformats-officedocument.presentationml.notesSlide+xml"/>
  <Override PartName="/ppt/tags/tag29.xml" ContentType="application/vnd.openxmlformats-officedocument.presentationml.tags+xml"/>
  <Override PartName="/ppt/notesSlides/notesSlide29.xml" ContentType="application/vnd.openxmlformats-officedocument.presentationml.notesSlide+xml"/>
  <Override PartName="/ppt/tags/tag30.xml" ContentType="application/vnd.openxmlformats-officedocument.presentationml.tags+xml"/>
  <Override PartName="/ppt/notesSlides/notesSlide30.xml" ContentType="application/vnd.openxmlformats-officedocument.presentationml.notesSlide+xml"/>
  <Override PartName="/ppt/tags/tag31.xml" ContentType="application/vnd.openxmlformats-officedocument.presentationml.tags+xml"/>
  <Override PartName="/ppt/notesSlides/notesSlide31.xml" ContentType="application/vnd.openxmlformats-officedocument.presentationml.notesSlide+xml"/>
  <Override PartName="/ppt/tags/tag32.xml" ContentType="application/vnd.openxmlformats-officedocument.presentationml.tags+xml"/>
  <Override PartName="/ppt/notesSlides/notesSlide32.xml" ContentType="application/vnd.openxmlformats-officedocument.presentationml.notesSlide+xml"/>
  <Override PartName="/ppt/tags/tag33.xml" ContentType="application/vnd.openxmlformats-officedocument.presentationml.tags+xml"/>
  <Override PartName="/ppt/notesSlides/notesSlide33.xml" ContentType="application/vnd.openxmlformats-officedocument.presentationml.notesSlide+xml"/>
  <Override PartName="/ppt/tags/tag34.xml" ContentType="application/vnd.openxmlformats-officedocument.presentationml.tags+xml"/>
  <Override PartName="/ppt/notesSlides/notesSlide34.xml" ContentType="application/vnd.openxmlformats-officedocument.presentationml.notesSlide+xml"/>
  <Override PartName="/ppt/tags/tag35.xml" ContentType="application/vnd.openxmlformats-officedocument.presentationml.tags+xml"/>
  <Override PartName="/ppt/notesSlides/notesSlide35.xml" ContentType="application/vnd.openxmlformats-officedocument.presentationml.notesSlide+xml"/>
  <Override PartName="/ppt/tags/tag36.xml" ContentType="application/vnd.openxmlformats-officedocument.presentationml.tags+xml"/>
  <Override PartName="/ppt/notesSlides/notesSlide36.xml" ContentType="application/vnd.openxmlformats-officedocument.presentationml.notesSlide+xml"/>
  <Override PartName="/ppt/tags/tag37.xml" ContentType="application/vnd.openxmlformats-officedocument.presentationml.tags+xml"/>
  <Override PartName="/ppt/notesSlides/notesSlide37.xml" ContentType="application/vnd.openxmlformats-officedocument.presentationml.notesSlide+xml"/>
  <Override PartName="/ppt/tags/tag38.xml" ContentType="application/vnd.openxmlformats-officedocument.presentationml.tags+xml"/>
  <Override PartName="/ppt/notesSlides/notesSlide38.xml" ContentType="application/vnd.openxmlformats-officedocument.presentationml.notesSlide+xml"/>
  <Override PartName="/ppt/tags/tag39.xml" ContentType="application/vnd.openxmlformats-officedocument.presentationml.tags+xml"/>
  <Override PartName="/ppt/notesSlides/notesSlide39.xml" ContentType="application/vnd.openxmlformats-officedocument.presentationml.notesSlide+xml"/>
  <Override PartName="/ppt/tags/tag40.xml" ContentType="application/vnd.openxmlformats-officedocument.presentationml.tags+xml"/>
  <Override PartName="/ppt/notesSlides/notesSlide40.xml" ContentType="application/vnd.openxmlformats-officedocument.presentationml.notesSlide+xml"/>
  <Override PartName="/ppt/tags/tag41.xml" ContentType="application/vnd.openxmlformats-officedocument.presentationml.tags+xml"/>
  <Override PartName="/ppt/notesSlides/notesSlide41.xml" ContentType="application/vnd.openxmlformats-officedocument.presentationml.notesSlide+xml"/>
  <Override PartName="/ppt/tags/tag42.xml" ContentType="application/vnd.openxmlformats-officedocument.presentationml.tags+xml"/>
  <Override PartName="/ppt/notesSlides/notesSlide42.xml" ContentType="application/vnd.openxmlformats-officedocument.presentationml.notesSlide+xml"/>
  <Override PartName="/ppt/tags/tag43.xml" ContentType="application/vnd.openxmlformats-officedocument.presentationml.tags+xml"/>
  <Override PartName="/ppt/notesSlides/notesSlide43.xml" ContentType="application/vnd.openxmlformats-officedocument.presentationml.notesSlide+xml"/>
  <Override PartName="/ppt/tags/tag44.xml" ContentType="application/vnd.openxmlformats-officedocument.presentationml.tags+xml"/>
  <Override PartName="/ppt/notesSlides/notesSlide44.xml" ContentType="application/vnd.openxmlformats-officedocument.presentationml.notesSlide+xml"/>
  <Override PartName="/ppt/tags/tag45.xml" ContentType="application/vnd.openxmlformats-officedocument.presentationml.tags+xml"/>
  <Override PartName="/ppt/notesSlides/notesSlide45.xml" ContentType="application/vnd.openxmlformats-officedocument.presentationml.notesSlide+xml"/>
  <Override PartName="/ppt/tags/tag46.xml" ContentType="application/vnd.openxmlformats-officedocument.presentationml.tags+xml"/>
  <Override PartName="/ppt/notesSlides/notesSlide46.xml" ContentType="application/vnd.openxmlformats-officedocument.presentationml.notesSlide+xml"/>
  <Override PartName="/ppt/tags/tag47.xml" ContentType="application/vnd.openxmlformats-officedocument.presentationml.tags+xml"/>
  <Override PartName="/ppt/notesSlides/notesSlide47.xml" ContentType="application/vnd.openxmlformats-officedocument.presentationml.notesSlide+xml"/>
  <Override PartName="/ppt/tags/tag48.xml" ContentType="application/vnd.openxmlformats-officedocument.presentationml.tags+xml"/>
  <Override PartName="/ppt/notesSlides/notesSlide48.xml" ContentType="application/vnd.openxmlformats-officedocument.presentationml.notesSlide+xml"/>
  <Override PartName="/ppt/tags/tag49.xml" ContentType="application/vnd.openxmlformats-officedocument.presentationml.tags+xml"/>
  <Override PartName="/ppt/notesSlides/notesSlide49.xml" ContentType="application/vnd.openxmlformats-officedocument.presentationml.notesSlide+xml"/>
  <Override PartName="/ppt/tags/tag50.xml" ContentType="application/vnd.openxmlformats-officedocument.presentationml.tags+xml"/>
  <Override PartName="/ppt/notesSlides/notesSlide50.xml" ContentType="application/vnd.openxmlformats-officedocument.presentationml.notesSlide+xml"/>
  <Override PartName="/ppt/tags/tag51.xml" ContentType="application/vnd.openxmlformats-officedocument.presentationml.tags+xml"/>
  <Override PartName="/ppt/notesSlides/notesSlide51.xml" ContentType="application/vnd.openxmlformats-officedocument.presentationml.notesSlide+xml"/>
  <Override PartName="/ppt/tags/tag52.xml" ContentType="application/vnd.openxmlformats-officedocument.presentationml.tags+xml"/>
  <Override PartName="/ppt/notesSlides/notesSlide52.xml" ContentType="application/vnd.openxmlformats-officedocument.presentationml.notesSlide+xml"/>
  <Override PartName="/ppt/tags/tag53.xml" ContentType="application/vnd.openxmlformats-officedocument.presentationml.tags+xml"/>
  <Override PartName="/ppt/notesSlides/notesSlide53.xml" ContentType="application/vnd.openxmlformats-officedocument.presentationml.notesSlide+xml"/>
  <Override PartName="/ppt/tags/tag54.xml" ContentType="application/vnd.openxmlformats-officedocument.presentationml.tags+xml"/>
  <Override PartName="/ppt/notesSlides/notesSlide54.xml" ContentType="application/vnd.openxmlformats-officedocument.presentationml.notesSlide+xml"/>
  <Override PartName="/ppt/tags/tag55.xml" ContentType="application/vnd.openxmlformats-officedocument.presentationml.tags+xml"/>
  <Override PartName="/ppt/notesSlides/notesSlide55.xml" ContentType="application/vnd.openxmlformats-officedocument.presentationml.notesSlide+xml"/>
  <Override PartName="/ppt/tags/tag56.xml" ContentType="application/vnd.openxmlformats-officedocument.presentationml.tags+xml"/>
  <Override PartName="/ppt/notesSlides/notesSlide56.xml" ContentType="application/vnd.openxmlformats-officedocument.presentationml.notesSlide+xml"/>
  <Override PartName="/ppt/tags/tag57.xml" ContentType="application/vnd.openxmlformats-officedocument.presentationml.tags+xml"/>
  <Override PartName="/ppt/notesSlides/notesSlide57.xml" ContentType="application/vnd.openxmlformats-officedocument.presentationml.notesSlide+xml"/>
  <Override PartName="/ppt/tags/tag58.xml" ContentType="application/vnd.openxmlformats-officedocument.presentationml.tags+xml"/>
  <Override PartName="/ppt/notesSlides/notesSlide58.xml" ContentType="application/vnd.openxmlformats-officedocument.presentationml.notesSlide+xml"/>
  <Override PartName="/ppt/tags/tag59.xml" ContentType="application/vnd.openxmlformats-officedocument.presentationml.tags+xml"/>
  <Override PartName="/ppt/notesSlides/notesSlide59.xml" ContentType="application/vnd.openxmlformats-officedocument.presentationml.notesSlide+xml"/>
  <Override PartName="/ppt/tags/tag60.xml" ContentType="application/vnd.openxmlformats-officedocument.presentationml.tags+xml"/>
  <Override PartName="/ppt/notesSlides/notesSlide60.xml" ContentType="application/vnd.openxmlformats-officedocument.presentationml.notesSlide+xml"/>
  <Override PartName="/ppt/tags/tag61.xml" ContentType="application/vnd.openxmlformats-officedocument.presentationml.tags+xml"/>
  <Override PartName="/ppt/notesSlides/notesSlide61.xml" ContentType="application/vnd.openxmlformats-officedocument.presentationml.notesSlide+xml"/>
  <Override PartName="/ppt/tags/tag62.xml" ContentType="application/vnd.openxmlformats-officedocument.presentationml.tags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256" r:id="rId2"/>
    <p:sldId id="522" r:id="rId3"/>
    <p:sldId id="838" r:id="rId4"/>
    <p:sldId id="839" r:id="rId5"/>
    <p:sldId id="841" r:id="rId6"/>
    <p:sldId id="840" r:id="rId7"/>
    <p:sldId id="843" r:id="rId8"/>
    <p:sldId id="844" r:id="rId9"/>
    <p:sldId id="845" r:id="rId10"/>
    <p:sldId id="846" r:id="rId11"/>
    <p:sldId id="847" r:id="rId12"/>
    <p:sldId id="848" r:id="rId13"/>
    <p:sldId id="849" r:id="rId14"/>
    <p:sldId id="850" r:id="rId15"/>
    <p:sldId id="851" r:id="rId16"/>
    <p:sldId id="852" r:id="rId17"/>
    <p:sldId id="853" r:id="rId18"/>
    <p:sldId id="854" r:id="rId19"/>
    <p:sldId id="855" r:id="rId20"/>
    <p:sldId id="856" r:id="rId21"/>
    <p:sldId id="857" r:id="rId22"/>
    <p:sldId id="859" r:id="rId23"/>
    <p:sldId id="858" r:id="rId24"/>
    <p:sldId id="860" r:id="rId25"/>
    <p:sldId id="861" r:id="rId26"/>
    <p:sldId id="862" r:id="rId27"/>
    <p:sldId id="863" r:id="rId28"/>
    <p:sldId id="864" r:id="rId29"/>
    <p:sldId id="865" r:id="rId30"/>
    <p:sldId id="866" r:id="rId31"/>
    <p:sldId id="867" r:id="rId32"/>
    <p:sldId id="868" r:id="rId33"/>
    <p:sldId id="869" r:id="rId34"/>
    <p:sldId id="870" r:id="rId35"/>
    <p:sldId id="871" r:id="rId36"/>
    <p:sldId id="872" r:id="rId37"/>
    <p:sldId id="873" r:id="rId38"/>
    <p:sldId id="874" r:id="rId39"/>
    <p:sldId id="875" r:id="rId40"/>
    <p:sldId id="876" r:id="rId41"/>
    <p:sldId id="877" r:id="rId42"/>
    <p:sldId id="878" r:id="rId43"/>
    <p:sldId id="879" r:id="rId44"/>
    <p:sldId id="880" r:id="rId45"/>
    <p:sldId id="881" r:id="rId46"/>
    <p:sldId id="882" r:id="rId47"/>
    <p:sldId id="884" r:id="rId48"/>
    <p:sldId id="885" r:id="rId49"/>
    <p:sldId id="886" r:id="rId50"/>
    <p:sldId id="887" r:id="rId51"/>
    <p:sldId id="883" r:id="rId52"/>
    <p:sldId id="888" r:id="rId53"/>
    <p:sldId id="889" r:id="rId54"/>
    <p:sldId id="890" r:id="rId55"/>
    <p:sldId id="891" r:id="rId56"/>
    <p:sldId id="892" r:id="rId57"/>
    <p:sldId id="893" r:id="rId58"/>
    <p:sldId id="894" r:id="rId59"/>
    <p:sldId id="895" r:id="rId60"/>
    <p:sldId id="896" r:id="rId61"/>
    <p:sldId id="335" r:id="rId62"/>
    <p:sldId id="897" r:id="rId63"/>
  </p:sldIdLst>
  <p:sldSz cx="12192000" cy="6858000"/>
  <p:notesSz cx="6858000" cy="9144000"/>
  <p:custDataLst>
    <p:tags r:id="rId6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53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6" autoAdjust="0"/>
    <p:restoredTop sz="93461" autoAdjust="0"/>
  </p:normalViewPr>
  <p:slideViewPr>
    <p:cSldViewPr snapToGrid="0">
      <p:cViewPr varScale="1">
        <p:scale>
          <a:sx n="82" d="100"/>
          <a:sy n="82" d="100"/>
        </p:scale>
        <p:origin x="758" y="-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0B00CE-9247-49D0-8AE5-6DFFAEFF8CEF}" type="datetimeFigureOut">
              <a:rPr lang="zh-CN" altLang="en-US" smtClean="0"/>
              <a:t>2021-3-29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D86BB-FDB9-4079-8E00-8F1F7A4AA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07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534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53278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442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96979"/>
            <a:ext cx="9144000" cy="1912983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2021-3-29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3117273" y="-3221"/>
            <a:ext cx="6259483" cy="1600200"/>
            <a:chOff x="3117273" y="-3221"/>
            <a:chExt cx="6259483" cy="1600200"/>
          </a:xfrm>
        </p:grpSpPr>
        <p:sp>
          <p:nvSpPr>
            <p:cNvPr id="11" name="矩形 10"/>
            <p:cNvSpPr/>
            <p:nvPr userDrawn="1"/>
          </p:nvSpPr>
          <p:spPr>
            <a:xfrm>
              <a:off x="3117273" y="-3221"/>
              <a:ext cx="6259483" cy="1600200"/>
            </a:xfrm>
            <a:prstGeom prst="rect">
              <a:avLst/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片 11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3773" y="760266"/>
              <a:ext cx="3590099" cy="5603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05393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2021-3-29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88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2021-3-29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823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2021-3-29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736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2021-3-29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202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2021-3-29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68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2021-3-29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32193" y="1020671"/>
            <a:ext cx="4238625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2387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dmin\AppData\Local\Temp\企业微信截图_16122565271795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6494779"/>
            <a:ext cx="1733550" cy="342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/>
          <p:cNvGrpSpPr/>
          <p:nvPr userDrawn="1"/>
        </p:nvGrpSpPr>
        <p:grpSpPr>
          <a:xfrm>
            <a:off x="8429625" y="247650"/>
            <a:ext cx="3457575" cy="809625"/>
            <a:chOff x="8429625" y="247650"/>
            <a:chExt cx="3457575" cy="809625"/>
          </a:xfrm>
        </p:grpSpPr>
        <p:sp>
          <p:nvSpPr>
            <p:cNvPr id="5" name="矩形 4"/>
            <p:cNvSpPr/>
            <p:nvPr userDrawn="1"/>
          </p:nvSpPr>
          <p:spPr>
            <a:xfrm>
              <a:off x="8429625" y="247650"/>
              <a:ext cx="3457575" cy="8096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48674" y="477694"/>
              <a:ext cx="3091500" cy="482544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8429625" y="247650"/>
            <a:ext cx="3457575" cy="809625"/>
            <a:chOff x="8429625" y="247650"/>
            <a:chExt cx="3457575" cy="809625"/>
          </a:xfrm>
        </p:grpSpPr>
        <p:sp>
          <p:nvSpPr>
            <p:cNvPr id="3" name="矩形 2"/>
            <p:cNvSpPr/>
            <p:nvPr userDrawn="1"/>
          </p:nvSpPr>
          <p:spPr>
            <a:xfrm>
              <a:off x="8429625" y="247650"/>
              <a:ext cx="3457575" cy="8096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48674" y="477694"/>
              <a:ext cx="3091500" cy="4825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614411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A79B1-94F2-44A5-8271-BE7A17D6686D}" type="datetimeFigureOut">
              <a:rPr lang="zh-CN" altLang="en-US" smtClean="0"/>
              <a:t>2021-3-29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1904"/>
          </a:xfrm>
          <a:prstGeom prst="rect">
            <a:avLst/>
          </a:prstGeom>
        </p:spPr>
      </p:pic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871382" y="363024"/>
            <a:ext cx="893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634962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61" r:id="rId9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3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4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6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7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8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9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0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1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3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4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6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7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8.xm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9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1.xml"/><Relationship Id="rId4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2.xml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3.xml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4.xml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5.xml"/><Relationship Id="rId4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6.xml"/><Relationship Id="rId4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7.xml"/><Relationship Id="rId4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8.xml"/><Relationship Id="rId4" Type="http://schemas.openxmlformats.org/officeDocument/2006/relationships/image" Target="../media/image2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9.xml"/><Relationship Id="rId4" Type="http://schemas.openxmlformats.org/officeDocument/2006/relationships/image" Target="../media/image30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0.xml"/><Relationship Id="rId4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1.xml"/><Relationship Id="rId4" Type="http://schemas.openxmlformats.org/officeDocument/2006/relationships/image" Target="../media/image3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2.xml"/><Relationship Id="rId4" Type="http://schemas.openxmlformats.org/officeDocument/2006/relationships/image" Target="../media/image3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3.xml"/><Relationship Id="rId4" Type="http://schemas.openxmlformats.org/officeDocument/2006/relationships/image" Target="../media/image3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4.xml"/><Relationship Id="rId4" Type="http://schemas.openxmlformats.org/officeDocument/2006/relationships/image" Target="../media/image3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5.xml"/><Relationship Id="rId4" Type="http://schemas.openxmlformats.org/officeDocument/2006/relationships/image" Target="../media/image3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6.xml"/><Relationship Id="rId4" Type="http://schemas.openxmlformats.org/officeDocument/2006/relationships/image" Target="../media/image3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7.xml"/><Relationship Id="rId4" Type="http://schemas.openxmlformats.org/officeDocument/2006/relationships/image" Target="../media/image3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8.xml"/><Relationship Id="rId4" Type="http://schemas.openxmlformats.org/officeDocument/2006/relationships/image" Target="../media/image3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9.xml"/><Relationship Id="rId4" Type="http://schemas.openxmlformats.org/officeDocument/2006/relationships/image" Target="../media/image3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0.xml"/><Relationship Id="rId4" Type="http://schemas.openxmlformats.org/officeDocument/2006/relationships/image" Target="../media/image30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5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0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2.xml"/><Relationship Id="rId4" Type="http://schemas.openxmlformats.org/officeDocument/2006/relationships/image" Target="../media/image4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3.xml"/><Relationship Id="rId4" Type="http://schemas.openxmlformats.org/officeDocument/2006/relationships/image" Target="../media/image42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4.xml"/><Relationship Id="rId4" Type="http://schemas.openxmlformats.org/officeDocument/2006/relationships/image" Target="../media/image4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5.xml"/><Relationship Id="rId4" Type="http://schemas.openxmlformats.org/officeDocument/2006/relationships/image" Target="../media/image4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6.xml"/><Relationship Id="rId4" Type="http://schemas.openxmlformats.org/officeDocument/2006/relationships/image" Target="../media/image4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60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4.emf"/><Relationship Id="rId5" Type="http://schemas.openxmlformats.org/officeDocument/2006/relationships/oleObject" Target="../embeddings/oleObject2.bin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1.xml"/><Relationship Id="rId4" Type="http://schemas.openxmlformats.org/officeDocument/2006/relationships/image" Target="../media/image45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ctrTitle"/>
          </p:nvPr>
        </p:nvSpPr>
        <p:spPr>
          <a:xfrm>
            <a:off x="1524000" y="1596979"/>
            <a:ext cx="9473852" cy="1912983"/>
          </a:xfrm>
        </p:spPr>
        <p:txBody>
          <a:bodyPr/>
          <a:lstStyle/>
          <a:p>
            <a:r>
              <a:rPr lang="zh-CN" altLang="en-US" b="1" dirty="0" smtClean="0">
                <a:latin typeface="方正细倩简体"/>
                <a:ea typeface="方正细倩简体"/>
                <a:cs typeface="方正细倩简体"/>
              </a:rPr>
              <a:t>第</a:t>
            </a:r>
            <a:r>
              <a:rPr lang="en-US" altLang="zh-CN" b="1" dirty="0">
                <a:latin typeface="方正细倩简体"/>
                <a:ea typeface="方正细倩简体"/>
                <a:cs typeface="方正细倩简体"/>
              </a:rPr>
              <a:t>3</a:t>
            </a:r>
            <a:r>
              <a:rPr lang="zh-CN" altLang="en-US" b="1" dirty="0" smtClean="0">
                <a:latin typeface="方正细倩简体"/>
                <a:ea typeface="方正细倩简体"/>
                <a:cs typeface="方正细倩简体"/>
              </a:rPr>
              <a:t>章 运算符重载</a:t>
            </a:r>
            <a:endParaRPr lang="zh-CN" altLang="zh-CN" b="1" dirty="0"/>
          </a:p>
        </p:txBody>
      </p:sp>
      <p:sp>
        <p:nvSpPr>
          <p:cNvPr id="5" name="矩形 4"/>
          <p:cNvSpPr/>
          <p:nvPr/>
        </p:nvSpPr>
        <p:spPr>
          <a:xfrm>
            <a:off x="4639085" y="5043230"/>
            <a:ext cx="2401796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运算符重载的语法</a:t>
            </a:r>
            <a:endParaRPr lang="en-US" altLang="zh-CN" b="1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运算符重载的规则</a:t>
            </a:r>
            <a:endParaRPr lang="en-US" altLang="zh-CN" b="1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运算符重载的方式</a:t>
            </a:r>
            <a:endParaRPr lang="en-US" altLang="zh-CN" b="1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762241" y="4998676"/>
            <a:ext cx="2401796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常用运算符重载</a:t>
            </a:r>
            <a:endParaRPr lang="en-US" altLang="zh-CN" b="1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类型转换函数</a:t>
            </a:r>
            <a:endParaRPr lang="en-US" altLang="zh-CN" b="1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仿函数和智能指针</a:t>
            </a:r>
            <a:endParaRPr lang="en-US" altLang="zh-CN" b="1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128" y="5209894"/>
            <a:ext cx="1895791" cy="1049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9455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76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0160" y="2717166"/>
            <a:ext cx="3886651" cy="2972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运算符重载的语法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内容占位符 2"/>
          <p:cNvSpPr txBox="1">
            <a:spLocks/>
          </p:cNvSpPr>
          <p:nvPr/>
        </p:nvSpPr>
        <p:spPr>
          <a:xfrm>
            <a:off x="1483360" y="1619256"/>
            <a:ext cx="9580880" cy="354202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中，运算符重载格式是固定写法，使用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operator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关键字定义运算符重载，重载格式如下。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返回值类型 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operator 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运算符名称 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参数列表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)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{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</a:t>
            </a:r>
            <a:r>
              <a:rPr lang="x-none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...//</a:t>
            </a:r>
            <a:r>
              <a:rPr lang="x-none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函数体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}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77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运算符重载的语法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526858" y="1232965"/>
            <a:ext cx="4711382" cy="5159437"/>
            <a:chOff x="1526858" y="1316943"/>
            <a:chExt cx="4711382" cy="5159437"/>
          </a:xfrm>
        </p:grpSpPr>
        <p:pic>
          <p:nvPicPr>
            <p:cNvPr id="118786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6858" y="1355095"/>
              <a:ext cx="4437062" cy="5121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5" name="内容占位符 2"/>
            <p:cNvSpPr txBox="1">
              <a:spLocks/>
            </p:cNvSpPr>
            <p:nvPr/>
          </p:nvSpPr>
          <p:spPr>
            <a:xfrm>
              <a:off x="1849120" y="1316943"/>
              <a:ext cx="4389120" cy="4872984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en-US" sz="16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例</a:t>
              </a:r>
              <a:r>
                <a:rPr lang="en-US" altLang="zh-CN" sz="16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3-1   operator.cpp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private: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_x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_y;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public: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A(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x=0,int y=0):_x(x),_y(y){}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void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show() 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A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operator+(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A&amp; a)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A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operator- (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A&amp; a)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};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void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A::show() 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&lt;&lt;"(_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x,_y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)="&lt;&lt;"("&lt;&lt;_x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&lt;&lt;",“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&lt;&lt;_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y&lt;&lt;")"&lt;&lt;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A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A::operator+(const A&amp; a) 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return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A(_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x+a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._x,_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y+a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._y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);  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698298" y="1344936"/>
            <a:ext cx="4477702" cy="4893304"/>
            <a:chOff x="6698298" y="1344936"/>
            <a:chExt cx="4477702" cy="4893304"/>
          </a:xfrm>
        </p:grpSpPr>
        <p:pic>
          <p:nvPicPr>
            <p:cNvPr id="118787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8298" y="1344936"/>
              <a:ext cx="4020502" cy="4893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内容占位符 2"/>
            <p:cNvSpPr txBox="1">
              <a:spLocks/>
            </p:cNvSpPr>
            <p:nvPr/>
          </p:nvSpPr>
          <p:spPr>
            <a:xfrm>
              <a:off x="6939280" y="1365256"/>
              <a:ext cx="4236720" cy="4872984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A::operator-(const A&amp; a) 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return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A(_x-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a._x,_y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-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a._y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);}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main()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A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a1(1,2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);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A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a2(4,5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);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A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&lt;&lt;"a1: "; 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a1.show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&lt;&lt;"a2: "; 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a2.show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a=a1+a2;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&lt;&lt;"a: "; 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a.show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a=a1-a2; </a:t>
              </a:r>
              <a:endPara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&lt;&lt;"a: "; 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a.show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return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0;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886238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运算符重载的语法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6258560" y="1893576"/>
            <a:ext cx="3657600" cy="306450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重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载运算符并没有改变其原来的功能，只是增加了针对自定义数据类型的运算功能，具有了更广泛的多态特征。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2382518" y="1676343"/>
            <a:ext cx="2834640" cy="3676730"/>
            <a:chOff x="2311398" y="1676344"/>
            <a:chExt cx="2834640" cy="3676730"/>
          </a:xfrm>
        </p:grpSpPr>
        <p:pic>
          <p:nvPicPr>
            <p:cNvPr id="11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1398" y="1676344"/>
              <a:ext cx="2834640" cy="36767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" name="内容占位符 2"/>
            <p:cNvSpPr txBox="1">
              <a:spLocks/>
            </p:cNvSpPr>
            <p:nvPr/>
          </p:nvSpPr>
          <p:spPr>
            <a:xfrm>
              <a:off x="2941318" y="2734203"/>
              <a:ext cx="1762762" cy="647773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注</a:t>
              </a:r>
              <a:r>
                <a:rPr lang="zh-CN" altLang="en-US" sz="2800" b="1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</a:t>
              </a:r>
              <a:r>
                <a:rPr lang="zh-CN" altLang="en-US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意</a:t>
              </a:r>
              <a:endPara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46520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运算符重载的规则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1127760" y="1700536"/>
            <a:ext cx="10149840" cy="357250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1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●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只能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重载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中已有的运算符，且不能创建新的运算符。例如，一个数的幂运算，试图重载“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**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”为幂运算符，使用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2**4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表示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2^4 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是不可行的。</a:t>
            </a:r>
          </a:p>
          <a:p>
            <a:pPr marL="0" lvl="1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●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重载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后运算符不能改变优先级和结合性，也不能改变操作数和语法结构。</a:t>
            </a:r>
          </a:p>
          <a:p>
            <a:pPr marL="0" lvl="1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●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运算符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重载的目的是针对实际运算数据类型的需要，重载要保持原有运算符的语义，且要避免没有目的的使用运算符重载。例如运算符“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”重载后实现相加的功能，而不会重载“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”为相减或者其他功能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083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运算符重载的规则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1432560" y="1324616"/>
            <a:ext cx="9906000" cy="65658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1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●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并非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所有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C++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运算符都可以重载，可以重载的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运算符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Lucida Sans Unicode"/>
                <a:ea typeface="微软雅黑" pitchFamily="34" charset="-122"/>
                <a:cs typeface="Lucida Sans Unicode"/>
              </a:rPr>
              <a:t>如下表。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Lucida Sans Unicode"/>
              <a:ea typeface="微软雅黑" pitchFamily="34" charset="-122"/>
              <a:cs typeface="Lucida Sans Unicode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457263"/>
              </p:ext>
            </p:extLst>
          </p:nvPr>
        </p:nvGraphicFramePr>
        <p:xfrm>
          <a:off x="2209798" y="2184400"/>
          <a:ext cx="8514081" cy="34036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72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98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39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14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65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622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indent="66675"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|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~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!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 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 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&gt;=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&lt;=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++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&lt;&lt; 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&gt;&gt; 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==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!=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&amp;&amp;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||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+=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-=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/=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%=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^=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&amp;=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!=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*=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&lt;&lt;=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&gt;&gt;=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[]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24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 )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-&gt;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-&gt;*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new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new[]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delete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delete[]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515851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运算符重载的方式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1727201" y="1524000"/>
            <a:ext cx="5547359" cy="39725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1.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重载为类的成员函数</a:t>
            </a:r>
            <a:endParaRPr lang="en-US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如果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是双目运算符重载为类的成员函数，则它有两个操作数，左操作数是对象本身的数据，由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this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指针指出，右操作数则通过运算符重载函数的参数列表传递。其一般调用格式如下所示：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左操作数.运算符重载函数(右操作数</a:t>
            </a:r>
            <a:r>
              <a:rPr lang="x-none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);</a:t>
            </a:r>
            <a:endParaRPr lang="en-US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12493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080" y="1318260"/>
            <a:ext cx="3261994" cy="4661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7223805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4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运算符重载的方式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1595121" y="1381760"/>
            <a:ext cx="5821679" cy="44602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重载为类的成员函数</a:t>
            </a:r>
            <a:endParaRPr lang="en-US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如果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是单目运算符重载为类的成员函数，则要分为前置与后置运算符，如果是前置运算符，则它的操作数是函数调用者，函数没有参数，其一般调用格式如下所示：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操作数.运算符重载函数();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后置单目运算符重载要带参数，用来区分前置与后置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240" y="1318260"/>
            <a:ext cx="3261994" cy="4661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0337997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运算符重载的方式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540828" y="1381760"/>
            <a:ext cx="4423092" cy="4886960"/>
            <a:chOff x="1408748" y="1381760"/>
            <a:chExt cx="4423092" cy="4886960"/>
          </a:xfrm>
        </p:grpSpPr>
        <p:pic>
          <p:nvPicPr>
            <p:cNvPr id="12595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8748" y="1381760"/>
              <a:ext cx="4393530" cy="48869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788161" y="1401039"/>
              <a:ext cx="4043679" cy="446024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en-US" sz="16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例</a:t>
              </a:r>
              <a:r>
                <a:rPr lang="en-US" altLang="zh-CN" sz="16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3-2   operatorPlus.cpp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private: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_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x;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_y;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public: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A(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x=0,int y=0):_x(x),_y(y){}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void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show()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 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A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operator++(); </a:t>
              </a:r>
              <a:endPara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A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operator++(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); 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void A::show() 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&lt;&lt;"(_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x,_y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)="&lt;&lt;"("&lt;&lt;_x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&lt;&lt;",“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&lt;&lt;_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y&lt;&lt;")"&lt;&lt;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563360" y="1381760"/>
            <a:ext cx="4399280" cy="4886960"/>
            <a:chOff x="6580188" y="1381760"/>
            <a:chExt cx="4169092" cy="4886960"/>
          </a:xfrm>
        </p:grpSpPr>
        <p:pic>
          <p:nvPicPr>
            <p:cNvPr id="125955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80188" y="1381760"/>
              <a:ext cx="4087812" cy="48869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7203440" y="1381760"/>
              <a:ext cx="3545840" cy="488696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A::operator++()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++_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x;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++_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y;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return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*this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 A::operator++(int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A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a=*this;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++(*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this); 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return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main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A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a1(1,2), a2(3,4);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(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a1++).show();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(++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a2).show();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return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0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96127922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运算符重载的方式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内容占位符 2"/>
          <p:cNvSpPr txBox="1">
            <a:spLocks/>
          </p:cNvSpPr>
          <p:nvPr/>
        </p:nvSpPr>
        <p:spPr>
          <a:xfrm>
            <a:off x="5344160" y="1869440"/>
            <a:ext cx="5638800" cy="35153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在上述示例中，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实现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前置“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”时，类的成员变量进行自增运算，然后返回当前对象（即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this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指针所指向的对象）。实现后置“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”时，创建一个临时对象保存当前对象的值，然后再将当前对象自增，最后返回保存初始值的临时对象。</a:t>
            </a:r>
          </a:p>
        </p:txBody>
      </p:sp>
      <p:pic>
        <p:nvPicPr>
          <p:cNvPr id="12697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1344" y="1420177"/>
            <a:ext cx="3039744" cy="4683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4109255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69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26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6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运算符重载的方式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内容占位符 2"/>
          <p:cNvSpPr txBox="1">
            <a:spLocks/>
          </p:cNvSpPr>
          <p:nvPr/>
        </p:nvSpPr>
        <p:spPr>
          <a:xfrm>
            <a:off x="1412240" y="1645920"/>
            <a:ext cx="6614160" cy="40741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重载为类的友元函数</a:t>
            </a:r>
            <a:endParaRPr lang="en-US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运算符重载为类的友元函数，需要在函数前加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friend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关键字：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friend 返回类型 operator 运算符（参数列表）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{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...//函数体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}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640" y="1318260"/>
            <a:ext cx="3261994" cy="4661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1509518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运算符重载的方式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内容占位符 2"/>
          <p:cNvSpPr txBox="1">
            <a:spLocks/>
          </p:cNvSpPr>
          <p:nvPr/>
        </p:nvSpPr>
        <p:spPr>
          <a:xfrm>
            <a:off x="5897880" y="2026268"/>
            <a:ext cx="4861560" cy="2997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重载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为类的友元函数时，由于没有隐含的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this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指针，因此操作数的个数没有变化，所有的操作数都必须通过函数的形参进行传递，函数的参数与操作数自左至右保持一致。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869440" y="1666182"/>
            <a:ext cx="3053078" cy="3779577"/>
            <a:chOff x="2311398" y="1676344"/>
            <a:chExt cx="2834640" cy="3676730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1398" y="1676344"/>
              <a:ext cx="2834640" cy="36767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2941318" y="2734203"/>
              <a:ext cx="1762762" cy="647773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注</a:t>
              </a:r>
              <a:r>
                <a:rPr lang="zh-CN" altLang="en-US" sz="2800" b="1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</a:t>
              </a:r>
              <a:r>
                <a:rPr lang="zh-CN" altLang="en-US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意</a:t>
              </a:r>
              <a:endPara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56420728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运算符重载的方式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390333" y="1259840"/>
            <a:ext cx="9856787" cy="5039360"/>
            <a:chOff x="1349693" y="1280160"/>
            <a:chExt cx="9856787" cy="5039360"/>
          </a:xfrm>
        </p:grpSpPr>
        <p:pic>
          <p:nvPicPr>
            <p:cNvPr id="117762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9693" y="1320800"/>
              <a:ext cx="9856787" cy="4998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内容占位符 2"/>
            <p:cNvSpPr txBox="1">
              <a:spLocks/>
            </p:cNvSpPr>
            <p:nvPr/>
          </p:nvSpPr>
          <p:spPr>
            <a:xfrm>
              <a:off x="2011680" y="1280160"/>
              <a:ext cx="9011920" cy="499872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A{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private: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_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x;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_y;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A(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x=0,int y=0):_x(x),_y(y){}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void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show()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 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		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输出数据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friend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 operator+(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A&amp; a1,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A&amp; a2) ;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重载为类的友元函数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friend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 operator-(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A&amp; a1,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A&amp; a2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);};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	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重载为类的友元函数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void A::show()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&lt;&lt;"(_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x,_y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)="&lt;&lt;"("&lt;&lt;_x&lt;&lt;","&lt;&lt;_y&lt;&lt;")"&lt;&lt;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 operator+(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A&amp; a1,const A&amp; a2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return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A(a1._x+a2._x,a1._y+a2._y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6" name="内容占位符 2"/>
          <p:cNvSpPr txBox="1">
            <a:spLocks/>
          </p:cNvSpPr>
          <p:nvPr/>
        </p:nvSpPr>
        <p:spPr>
          <a:xfrm>
            <a:off x="4695733" y="1219200"/>
            <a:ext cx="4487093" cy="77031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//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3-3  operatorFriend.cpp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355870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3.1.3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运算符重载的方式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625533" y="1330960"/>
            <a:ext cx="5223827" cy="4886960"/>
            <a:chOff x="3462973" y="1330960"/>
            <a:chExt cx="5223827" cy="4886960"/>
          </a:xfrm>
        </p:grpSpPr>
        <p:pic>
          <p:nvPicPr>
            <p:cNvPr id="118786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62973" y="1330960"/>
              <a:ext cx="5223827" cy="48869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内容占位符 2"/>
            <p:cNvSpPr txBox="1">
              <a:spLocks/>
            </p:cNvSpPr>
            <p:nvPr/>
          </p:nvSpPr>
          <p:spPr>
            <a:xfrm>
              <a:off x="3840480" y="1463040"/>
              <a:ext cx="4734560" cy="456184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operator-(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A&amp; a1,const A&amp; a2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return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A(a1._x-a2._x,a1._y-a2._y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);}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main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A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a1(1,2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a2(4,5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&lt;&lt;"a1: "; 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a1.show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&lt;&lt;"a2: "; 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a2.show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a=a1+a2;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 "a: ";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a.show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();</a:t>
              </a:r>
              <a:endPara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a=a1-a2;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&lt;&lt;"a: ";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a.show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return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0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63687702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562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输入输出运算符重载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330960" y="1412240"/>
            <a:ext cx="10078720" cy="47040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输入输出标准库使用“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&gt;&gt;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”和“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&lt;&lt;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”运算符执行输入输出操作，这两个运算符定义了基本数据类型的操作，若要直接对类对象进行输入输出，则需要在类中重载这两个运算符。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运算符“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&lt;&lt;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”左侧必须是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ostream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对象，运算符“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&gt;&gt;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”左侧必须是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对象，因此输入输出运算符只能重载成类的非成员函数。重载“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&lt;&lt;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”和“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&gt;&gt;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”运算符的格式如下：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ostream&amp; operator&lt;&lt;(ostream&amp;, const 类对象引用);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istream&amp; operator&gt;&gt;(istream&amp;, 类对象引用</a:t>
            </a:r>
            <a:r>
              <a:rPr lang="x-none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);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5541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3086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输入输出运算符重载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2311398" y="1442720"/>
            <a:ext cx="4765040" cy="42062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重载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输出运算符“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&lt;&lt;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”第一个参数是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ostream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对象引用，不能使用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修饰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ostream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对象。重载输入运算符“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&gt;&gt;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”的第一个参数是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对象的引用，第二个参数是要向其中存入数据的对象，不能使用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修饰。</a:t>
            </a:r>
          </a:p>
        </p:txBody>
      </p:sp>
      <p:pic>
        <p:nvPicPr>
          <p:cNvPr id="1198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140" y="1545590"/>
            <a:ext cx="2667000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80886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98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98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98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98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866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输入输出运算符重载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778000" y="1483360"/>
            <a:ext cx="9469120" cy="4429760"/>
            <a:chOff x="1656080" y="1473200"/>
            <a:chExt cx="9469120" cy="4429760"/>
          </a:xfrm>
        </p:grpSpPr>
        <p:pic>
          <p:nvPicPr>
            <p:cNvPr id="12083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6080" y="1473200"/>
              <a:ext cx="9469120" cy="44297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2245360" y="1524000"/>
              <a:ext cx="8615680" cy="420624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private: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_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x;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_y;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A(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x=0,int y=0):_x(x),_y(y){}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friend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ostream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&amp; operator&lt;&lt;(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ostream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&amp;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os,const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A&amp; a);  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重载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运算符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friend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istream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&amp; operator&gt;&gt;(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istream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&amp;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is,A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&amp; a); 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   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重载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&gt;&gt;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运算符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ostream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&amp; operator&lt;&lt; (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ostream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&amp;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os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,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A&amp; a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os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&lt;&lt;"("&lt;&lt;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a._x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&lt;&lt;","&lt;&lt;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a._y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&lt;&lt;")"; 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输出类的数据成员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return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os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7" name="内容占位符 2"/>
          <p:cNvSpPr txBox="1">
            <a:spLocks/>
          </p:cNvSpPr>
          <p:nvPr/>
        </p:nvSpPr>
        <p:spPr>
          <a:xfrm>
            <a:off x="5142100" y="1483360"/>
            <a:ext cx="4767010" cy="67719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//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3-4   operatorStream.cpp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5604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247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输入输出运算符重载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190240" y="1290320"/>
            <a:ext cx="6380480" cy="5019040"/>
            <a:chOff x="2865120" y="1351280"/>
            <a:chExt cx="6380480" cy="5019040"/>
          </a:xfrm>
        </p:grpSpPr>
        <p:pic>
          <p:nvPicPr>
            <p:cNvPr id="121858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5120" y="1351280"/>
              <a:ext cx="6380480" cy="5019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3261360" y="1503680"/>
              <a:ext cx="5842000" cy="476504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istream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&amp; operator&gt;&gt;(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istream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&amp; is, A&amp; a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is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&gt;&gt;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a._x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&gt;&gt;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a._y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                  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输入类的成员数据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return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is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main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A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a1(1,2),a2(3,4);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&lt;&lt;"a1:"&lt;&lt;a1&lt;&lt;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&lt;&lt;"a2:"&lt;&lt;a2&lt;&lt;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请重新为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a2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对象输入数据：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cin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&gt;&gt;a2;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重新输入后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a2:"&lt;&lt;a2&lt;&lt;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return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0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007721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99364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输入输出运算符重载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6136640" y="1991360"/>
            <a:ext cx="4551680" cy="26111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输出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运算符主要负责输出对象的内容，不能将换行符重载，如果重载换行符，则无法在同一行输出描述性字符。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311398" y="1666181"/>
            <a:ext cx="3053078" cy="3779577"/>
            <a:chOff x="2311398" y="1676344"/>
            <a:chExt cx="2834640" cy="3676730"/>
          </a:xfrm>
        </p:grpSpPr>
        <p:pic>
          <p:nvPicPr>
            <p:cNvPr id="9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1398" y="1676344"/>
              <a:ext cx="2834640" cy="36767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内容占位符 2"/>
            <p:cNvSpPr txBox="1">
              <a:spLocks/>
            </p:cNvSpPr>
            <p:nvPr/>
          </p:nvSpPr>
          <p:spPr>
            <a:xfrm>
              <a:off x="2941318" y="2734203"/>
              <a:ext cx="1762762" cy="647773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注</a:t>
              </a:r>
              <a:r>
                <a:rPr lang="zh-CN" altLang="en-US" sz="2800" b="1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</a:t>
              </a:r>
              <a:r>
                <a:rPr lang="zh-CN" altLang="en-US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意</a:t>
              </a:r>
              <a:endPara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801429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关系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运算符重载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838960" y="1920240"/>
            <a:ext cx="5364480" cy="30784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关系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运算符（如“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==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”或“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&lt;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”）也可以重载，这个过程非常直观。重载关系运算符一般都返回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true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或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false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。重载关系运算符保留了这些运算符的正常用法，同时允许用在条件表达式中。</a:t>
            </a:r>
          </a:p>
        </p:txBody>
      </p:sp>
      <p:pic>
        <p:nvPicPr>
          <p:cNvPr id="12288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040" y="1464945"/>
            <a:ext cx="2598738" cy="4365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286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28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关系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运算符重载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830704" y="1239520"/>
            <a:ext cx="9223376" cy="5100320"/>
            <a:chOff x="1576704" y="1259840"/>
            <a:chExt cx="9223376" cy="5100320"/>
          </a:xfrm>
        </p:grpSpPr>
        <p:pic>
          <p:nvPicPr>
            <p:cNvPr id="123906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6704" y="1280160"/>
              <a:ext cx="9223376" cy="508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内容占位符 2"/>
            <p:cNvSpPr txBox="1">
              <a:spLocks/>
            </p:cNvSpPr>
            <p:nvPr/>
          </p:nvSpPr>
          <p:spPr>
            <a:xfrm>
              <a:off x="2428240" y="1259840"/>
              <a:ext cx="7863840" cy="494792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Student{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private: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_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id;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double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_score;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Student(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id,double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score):_id(id),_score(score){}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void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dis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学号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"&lt;&lt;_id&lt;&lt;"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成绩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"&lt;&lt;_score&lt;&lt;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//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重载关系运算符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friend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bool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operator==(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Student&amp; st1,const Student&amp; st2);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friend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bool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operator!=(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Student&amp; st1,const Student&amp; st2);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friend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bool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operator&gt;(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Student&amp; st1,const Student&amp; st2);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friend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bool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operator&lt;(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Student&amp; st1,const Student&amp; st2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};</a:t>
              </a:r>
            </a:p>
          </p:txBody>
        </p:sp>
      </p:grpSp>
      <p:sp>
        <p:nvSpPr>
          <p:cNvPr id="6" name="内容占位符 2"/>
          <p:cNvSpPr txBox="1">
            <a:spLocks/>
          </p:cNvSpPr>
          <p:nvPr/>
        </p:nvSpPr>
        <p:spPr>
          <a:xfrm>
            <a:off x="5580639" y="1147667"/>
            <a:ext cx="4861560" cy="56916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//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3-5  operatorRelation.cpp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66308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关系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运算符重载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54225" y="1537970"/>
            <a:ext cx="8591550" cy="3924300"/>
            <a:chOff x="1800225" y="1466850"/>
            <a:chExt cx="8591550" cy="3924300"/>
          </a:xfrm>
        </p:grpSpPr>
        <p:pic>
          <p:nvPicPr>
            <p:cNvPr id="124930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0225" y="1466850"/>
              <a:ext cx="8591550" cy="3924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内容占位符 2"/>
            <p:cNvSpPr txBox="1">
              <a:spLocks/>
            </p:cNvSpPr>
            <p:nvPr/>
          </p:nvSpPr>
          <p:spPr>
            <a:xfrm>
              <a:off x="2722880" y="1737360"/>
              <a:ext cx="6817360" cy="353568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bool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operator==(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Student&amp; st1,const Student&amp; st2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return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st1._score==st2._score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 } 	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重载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==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运算符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bool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operator!=(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Student&amp; st1,const Student&amp; st2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return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!(st1._score==st2._score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);}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重载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!=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运算符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bool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operator&gt;(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Student&amp; st1,const Student&amp; st2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return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st1._score&gt;st2._score; 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重载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&gt;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运算符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bool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operator&lt;(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Student&amp; st1,const Student&amp; st2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return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st1._score&lt;st2._score;  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重载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运算符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27045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关系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运算符重载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135505" y="1365250"/>
            <a:ext cx="8591550" cy="4537710"/>
            <a:chOff x="1800225" y="1385570"/>
            <a:chExt cx="8591550" cy="4791710"/>
          </a:xfrm>
        </p:grpSpPr>
        <p:pic>
          <p:nvPicPr>
            <p:cNvPr id="12595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0225" y="1385570"/>
              <a:ext cx="8591550" cy="47917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内容占位符 2"/>
            <p:cNvSpPr txBox="1">
              <a:spLocks/>
            </p:cNvSpPr>
            <p:nvPr/>
          </p:nvSpPr>
          <p:spPr>
            <a:xfrm>
              <a:off x="3576320" y="1473200"/>
              <a:ext cx="5273040" cy="432816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main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Student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st1(1001,96),st2(1002,105);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比较两名学生的成绩：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if(st1&gt;st2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st1.dis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else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if(st1&lt;st2)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st2.dis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else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两名学生成绩相同：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return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0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343569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关系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运算符重载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686560" y="1859280"/>
            <a:ext cx="5781040" cy="35255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上述代码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重载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了四个典型的比较运算符，重载比较运算符后，可以直接比较对象的大小，而实际实现中只是比较了对象中的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score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数据。如果没有重载，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score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的大小则需要先通过一个公有函数访问获得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score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，然后再来比较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score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的大小。</a:t>
            </a:r>
          </a:p>
        </p:txBody>
      </p:sp>
      <p:pic>
        <p:nvPicPr>
          <p:cNvPr id="12698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1361" y="1797844"/>
            <a:ext cx="3258924" cy="3648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9776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69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3.2.2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关系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运算符重载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686560" y="1463040"/>
            <a:ext cx="9509760" cy="45415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关系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运算符重载准则有以下几点：</a:t>
            </a:r>
          </a:p>
          <a:p>
            <a:pPr marL="0" lvl="1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Lucida Sans Unicode"/>
                <a:ea typeface="微软雅黑" pitchFamily="34" charset="-122"/>
                <a:cs typeface="Lucida Sans Unicode"/>
              </a:rPr>
              <a:t>● 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通常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关系运算符都要成对的重载，例如重载了“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&gt;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”运算符，就要重载“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&lt;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”运算符，反之亦然。</a:t>
            </a:r>
          </a:p>
          <a:p>
            <a:pPr marL="0" lvl="1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Lucida Sans Unicode"/>
                <a:ea typeface="微软雅黑" pitchFamily="34" charset="-122"/>
                <a:cs typeface="Lucida Sans Unicode"/>
              </a:rPr>
              <a:t>● 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通常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情况下，“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==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”运算符具有传递性，例如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a==b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b==c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，则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a==c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成立。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Lucida Sans Unicode"/>
                <a:ea typeface="微软雅黑" pitchFamily="34" charset="-122"/>
                <a:cs typeface="Lucida Sans Unicode"/>
              </a:rPr>
              <a:t>●  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可以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把一个运算符的工作委托给另一个运算符。例如，本例中重载“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!=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”运算符是在“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==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”运算的基础上，重载“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&lt;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”运算符由重载过的“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&gt;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”运算符来实现。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2002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3.2.3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赋值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运算符重载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5100320" y="1635760"/>
            <a:ext cx="6370320" cy="40233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如果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不重载赋值运算，类会自动提供一个赋值运算符。默认的赋值运算符和默认拷贝构造函数一样，是以浅拷贝的形式实现。数据成员中如果有指针，则编译器默认的赋值运算符不能满足要求，会出现重析构的现象。这时就需要重载赋值运算符，实现深拷贝。赋值运算符的重载与其他运算符的重载类似。</a:t>
            </a:r>
          </a:p>
        </p:txBody>
      </p:sp>
      <p:pic>
        <p:nvPicPr>
          <p:cNvPr id="12800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310" y="1352720"/>
            <a:ext cx="3239770" cy="4609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04101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80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3.2.3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赋值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运算符重载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55028" y="1280160"/>
            <a:ext cx="5413692" cy="4998720"/>
            <a:chOff x="855028" y="1280160"/>
            <a:chExt cx="5413692" cy="4998720"/>
          </a:xfrm>
        </p:grpSpPr>
        <p:pic>
          <p:nvPicPr>
            <p:cNvPr id="129027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5028" y="1280160"/>
              <a:ext cx="5413692" cy="4998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924560" y="1280160"/>
              <a:ext cx="5344160" cy="490728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Assign{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public: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char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*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name;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char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*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url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public: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Assign(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char*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name,const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char*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url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); 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Assign(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Assign&amp; temp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~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Assign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(){delete[]name; delete[]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url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 }</a:t>
              </a:r>
              <a:endParaRPr lang="zh-CN" altLang="zh-CN" sz="16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Assign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&amp; operator=(Assign&amp; temp);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Assign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::Assign(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char*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name,const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char*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url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   this-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&gt;name=new char[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strlen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(name)+1];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   this-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&gt;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url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=new char[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strlen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url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)+1];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   if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name)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strcpy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(this-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&gt;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name,name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   if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url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 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strcpy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(this-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&gt;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url,url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);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532880" y="1259840"/>
            <a:ext cx="5110480" cy="5019040"/>
            <a:chOff x="6532880" y="1259840"/>
            <a:chExt cx="5110480" cy="5019040"/>
          </a:xfrm>
        </p:grpSpPr>
        <p:pic>
          <p:nvPicPr>
            <p:cNvPr id="129028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2880" y="1280160"/>
              <a:ext cx="5110480" cy="4998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内容占位符 2"/>
            <p:cNvSpPr txBox="1">
              <a:spLocks/>
            </p:cNvSpPr>
            <p:nvPr/>
          </p:nvSpPr>
          <p:spPr>
            <a:xfrm>
              <a:off x="6573520" y="1259840"/>
              <a:ext cx="4988560" cy="490728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Assign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::Assign(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Assign&amp; temp)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this-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&gt;name=new char[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strlen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(temp.name)+1];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this-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&gt;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url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=new char[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strlen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(temp.url)+1];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if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name)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strcpy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(this-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&gt;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name,temp.name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if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url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strcpy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(this-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&gt;url,temp.url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);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Assign&amp; Assign:: operator=(Assign&amp; temp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delete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[]name;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delete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[]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url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 </a:t>
              </a:r>
              <a:endPara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this-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&gt;name=new char[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strlen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(temp.name)+1];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this-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&gt;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url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=new char[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strlen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(temp.url)+1];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if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name)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strcpy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(this-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&gt;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name,temp.name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if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url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strcpy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(this-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&gt;url,temp.url);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return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*this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9" name="内容占位符 2"/>
          <p:cNvSpPr txBox="1">
            <a:spLocks/>
          </p:cNvSpPr>
          <p:nvPr/>
        </p:nvSpPr>
        <p:spPr>
          <a:xfrm>
            <a:off x="2460861" y="1216713"/>
            <a:ext cx="3706673" cy="64228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//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3-6   operatorAssign.cpp</a:t>
            </a:r>
            <a:endParaRPr lang="zh-CN" altLang="zh-CN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0177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3.2.3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赋值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运算符重载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245356" y="1493520"/>
            <a:ext cx="8763002" cy="4551680"/>
            <a:chOff x="1955798" y="1493520"/>
            <a:chExt cx="8763002" cy="4551680"/>
          </a:xfrm>
        </p:grpSpPr>
        <p:pic>
          <p:nvPicPr>
            <p:cNvPr id="130050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5798" y="1493520"/>
              <a:ext cx="8763002" cy="45516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内容占位符 2"/>
            <p:cNvSpPr txBox="1">
              <a:spLocks/>
            </p:cNvSpPr>
            <p:nvPr/>
          </p:nvSpPr>
          <p:spPr>
            <a:xfrm>
              <a:off x="2590800" y="1513840"/>
              <a:ext cx="7843520" cy="440944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main()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Assign a("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传智播客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", "http://net.itcast.cn/"); 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&lt;&lt;"a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对象：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 &lt;&lt;a.name&lt;&lt;" "&lt;&lt;a.url&lt;&lt;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Assign b(a);  		//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用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对象初始化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，调用的是拷贝构造函数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&lt;&lt;"b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对象：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 &lt;&lt;b.name&lt;&lt;" "&lt;&lt;b.url&lt;&lt;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Assign c("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黑马训练营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", "http://www.itheima.com/");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&lt;&lt;"c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对象：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 &lt;&lt;c.name&lt;&lt;" "&lt;&lt;c.url&lt;&lt;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b=c; 			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调用赋值重载函数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&lt;&lt;"b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对象：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"&lt;&lt;b.name&lt;&lt;" "&lt;&lt;b.url&lt;&lt;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return 0;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512627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3.2.3 </a:t>
            </a:r>
            <a:r>
              <a:rPr lang="zh-CN" altLang="en-US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赋值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运算符重载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557019" y="1524000"/>
            <a:ext cx="6055360" cy="40030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上述代码中，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重载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赋值运算符时，需要内部先释放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name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url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指针，因为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对象已经存在，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name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url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指针所指区域范围大小已经确定，要复制新内容进去，则区域过大或过小都不好，因此需要先释放掉原来指针所指向的内存，根据要复制的内容大小再分配一块内存区域，然后将内容复制进去。</a:t>
            </a:r>
          </a:p>
        </p:txBody>
      </p:sp>
      <p:pic>
        <p:nvPicPr>
          <p:cNvPr id="13107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1944" y="1276667"/>
            <a:ext cx="3725686" cy="4558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80876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3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3.2.4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下标运算符重载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513840" y="2225040"/>
            <a:ext cx="10109200" cy="24688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在程序中，通常使用“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[]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”来访问数组或容器中的元素，为了在类中也方便使用“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[]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”运算符，可以在类中重载。重载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[]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”运算符有两个作用：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）“对象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[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下标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]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”的形式类似于“数组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[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下标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]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”，更加符合习惯。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）可以对下标进行越界检查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835020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3.2.4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下标运算符重载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684018" y="1767756"/>
            <a:ext cx="9563102" cy="403360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重载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下标运算符的一般格式如下所示：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返回类型 operator[] (参数列表)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{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...//函数体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}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上述格式中，“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[]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”运算符重载函数有且只有一个整型参数，表示下标值。重载下标运算符时一般把返回值指定为一个引用。</a:t>
            </a:r>
          </a:p>
        </p:txBody>
      </p:sp>
      <p:pic>
        <p:nvPicPr>
          <p:cNvPr id="135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6743" y="1213474"/>
            <a:ext cx="2809875" cy="319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8296081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3.2.4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下标运算符重载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276984" y="1290320"/>
            <a:ext cx="4829176" cy="5069840"/>
            <a:chOff x="1073784" y="1290320"/>
            <a:chExt cx="4829176" cy="5069840"/>
          </a:xfrm>
        </p:grpSpPr>
        <p:pic>
          <p:nvPicPr>
            <p:cNvPr id="13619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3784" y="1310640"/>
              <a:ext cx="4829176" cy="5049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1696720" y="1290320"/>
              <a:ext cx="3850640" cy="504952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Tag{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private: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size;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char*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buf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public: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Tag(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n);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Tag(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char*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src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~Tag(){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delete[]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buf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char&amp; operator[](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n);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void show(){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for(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=0;i&lt;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size;i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++)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buf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[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];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   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}};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482080" y="1290320"/>
            <a:ext cx="4688840" cy="5069840"/>
            <a:chOff x="6278880" y="1290320"/>
            <a:chExt cx="4688840" cy="5069840"/>
          </a:xfrm>
        </p:grpSpPr>
        <p:pic>
          <p:nvPicPr>
            <p:cNvPr id="136195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78880" y="1310640"/>
              <a:ext cx="4592320" cy="5049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内容占位符 2"/>
            <p:cNvSpPr txBox="1">
              <a:spLocks/>
            </p:cNvSpPr>
            <p:nvPr/>
          </p:nvSpPr>
          <p:spPr>
            <a:xfrm>
              <a:off x="6375400" y="1290320"/>
              <a:ext cx="4592320" cy="504952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Tag::Tag(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n){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size=n;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buf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=new char[size+1];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*(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buf+size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)='\0';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Tag::Tag(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char*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src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){</a:t>
              </a:r>
              <a:endPara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buf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= new char[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strlen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src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)+1];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strcpy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buf,src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size=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strlen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buf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char&amp; Tag::operator[](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n){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static char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ch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=0;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if (n&gt;size||n&lt;0) {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越界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"&lt;&lt;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return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ch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else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return *(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buf+n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9" name="内容占位符 2"/>
          <p:cNvSpPr txBox="1">
            <a:spLocks/>
          </p:cNvSpPr>
          <p:nvPr/>
        </p:nvSpPr>
        <p:spPr>
          <a:xfrm>
            <a:off x="3208849" y="1290320"/>
            <a:ext cx="2984500" cy="57746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//</a:t>
            </a:r>
            <a:r>
              <a:rPr lang="zh-CN" altLang="en-US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r>
              <a:rPr lang="en-US" altLang="zh-CN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3-7  operatorTag.cpp</a:t>
            </a:r>
            <a:endParaRPr lang="zh-CN" altLang="zh-CN" sz="18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001061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3.2.4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下标运算符重载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770504" y="1476374"/>
            <a:ext cx="7369175" cy="4335145"/>
            <a:chOff x="2770504" y="1476374"/>
            <a:chExt cx="7369175" cy="4335145"/>
          </a:xfrm>
        </p:grpSpPr>
        <p:pic>
          <p:nvPicPr>
            <p:cNvPr id="137218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0504" y="1476374"/>
              <a:ext cx="7369175" cy="4335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3088640" y="1544320"/>
              <a:ext cx="6827520" cy="418592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main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Tag arr1(20);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for(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=0;i&lt;20;i++)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	arr1[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]=65+i;  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调用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[]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运算符重载函数赋值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arr1.show();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Tag arr2("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Itcast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!");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&lt;&lt;arr2[6]&lt;&lt;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arr2[6]= 'A';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arr2.show();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return 0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48154916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3.2.4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下标运算符重载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5049520" y="1645836"/>
            <a:ext cx="5923280" cy="409456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上述代码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定义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一个字符数组类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Tag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，并重载了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[]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运算符，在构造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arr1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对象时，指定了数组大小，然后通过“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[]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”运算符给数组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赋值。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而在构造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arr2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对象时，由一个字符串直接创建一个数组，然后调用“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[]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”运算符重载函数读取某一个字符元素，并且可以对字符元素进行修改。</a:t>
            </a:r>
          </a:p>
        </p:txBody>
      </p:sp>
      <p:pic>
        <p:nvPicPr>
          <p:cNvPr id="13824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8937" y="1319576"/>
            <a:ext cx="2900680" cy="4543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813325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8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3.3.1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类型转换函数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958339" y="1892332"/>
            <a:ext cx="5334000" cy="360688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类型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转换函数也称为类型转换运算符重载函数，其基本格式如下所示：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operator 类型名()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{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...//函数体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}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1402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9758" y="1615354"/>
            <a:ext cx="3176211" cy="416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6171755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0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3.3.1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类型转换函数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5646419" y="1658652"/>
            <a:ext cx="5334000" cy="39699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类型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转换函数以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operator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开头，重载的是类型名。在函数名前面不能指定函数类型，函数也没有参数。其返回值的类型是由函数名中指定的类型名确定。由于类型转换函数的主体是本类的对象，因此只能将类型转换函数重载为类的成员函数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1413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440" y="1419180"/>
            <a:ext cx="3196588" cy="4448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2521962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3.3.1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类型转换函数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458720" y="1349693"/>
            <a:ext cx="8392160" cy="4766627"/>
            <a:chOff x="2458720" y="1319213"/>
            <a:chExt cx="8128000" cy="4766627"/>
          </a:xfrm>
        </p:grpSpPr>
        <p:pic>
          <p:nvPicPr>
            <p:cNvPr id="142338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58720" y="1319213"/>
              <a:ext cx="8128000" cy="47666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内容占位符 2"/>
            <p:cNvSpPr txBox="1">
              <a:spLocks/>
            </p:cNvSpPr>
            <p:nvPr/>
          </p:nvSpPr>
          <p:spPr>
            <a:xfrm>
              <a:off x="3129281" y="1361440"/>
              <a:ext cx="7264400" cy="472440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Student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                     </a:t>
              </a:r>
              <a:r>
                <a:rPr lang="en-US" altLang="zh-CN" sz="18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</a:t>
              </a:r>
              <a:r>
                <a:rPr lang="en-US" altLang="zh-CN" sz="18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</a:t>
              </a:r>
              <a:r>
                <a:rPr lang="zh-CN" altLang="en-US" sz="18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例</a:t>
              </a:r>
              <a:r>
                <a:rPr lang="en-US" altLang="zh-CN" sz="18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3-8   operatorCast.cpp</a:t>
              </a:r>
              <a:endParaRPr lang="zh-CN" altLang="zh-CN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private: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string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_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id;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char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* _name;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Student(string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id,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char* name) :_id(id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_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name = new char[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strlen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(name) + 1];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strcpy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(_name, name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operator 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char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*() {		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类型转换运算符重载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函数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return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_name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void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show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&lt;&lt;"ID:"&lt;&lt;_id&lt;&lt;","&lt;&lt;"name:"&lt;&lt;_name&lt;&lt;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};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27482854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3.3.1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类型转换函数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438400" y="1512253"/>
            <a:ext cx="7863840" cy="4219575"/>
            <a:chOff x="2438400" y="1512253"/>
            <a:chExt cx="7863840" cy="4219575"/>
          </a:xfrm>
        </p:grpSpPr>
        <p:pic>
          <p:nvPicPr>
            <p:cNvPr id="143362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8400" y="1512253"/>
              <a:ext cx="7863840" cy="4219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内容占位符 2"/>
            <p:cNvSpPr txBox="1">
              <a:spLocks/>
            </p:cNvSpPr>
            <p:nvPr/>
          </p:nvSpPr>
          <p:spPr>
            <a:xfrm>
              <a:off x="2895601" y="1757680"/>
              <a:ext cx="7091680" cy="376936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main()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Student s1("1001","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小明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");   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调用普通构造函数创建对象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&lt;&lt;"s1: "; 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s1.show();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char *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ch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=s1;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调用类型转换函数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ch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return 0;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09345165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3.3.1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类型转换函数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856739" y="1595120"/>
            <a:ext cx="5760720" cy="3962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上述代码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定义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了类型转换函数，将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Student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类类型的对象转换为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char*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类型。类型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转换运算符会在编译阶段自动调用重载函数，建立临时对象。例如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，将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赋值给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ch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时，调用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operator char*()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函数将对象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转换为一个临时的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char*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类型变量，再将这个临时变量赋值给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ch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144386" name="Picture 2" descr="http://img1.juimg.com/161003/327706-1610030f43495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5591" y="1595120"/>
            <a:ext cx="3418151" cy="4051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72518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43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43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43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43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3.3.2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转换构造函数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6032498" y="1757680"/>
            <a:ext cx="5214621" cy="35763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转换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构造函数指的是构造函数只有一个参数，且参数不是本类的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引用。用转换构造函数不仅可以将一个标准类型数据转换为类对象，也可以将另一个类的对象转换为转换构造函数所在的类对象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161" y="2073343"/>
            <a:ext cx="3483928" cy="3382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9352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3.3.2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转换构造函数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513840" y="1920240"/>
            <a:ext cx="6035040" cy="32816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转换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构造函数语法格式如下：</a:t>
            </a:r>
          </a:p>
          <a:p>
            <a:pPr marL="0" indent="0" eaLnBrk="1" hangingPunct="1"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class A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{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A(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 &amp; B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类对象引用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)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{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	//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从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类类型到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类类型的转换</a:t>
            </a:r>
          </a:p>
          <a:p>
            <a:pPr marL="0" indent="0" eaLnBrk="1" hangingPunct="1"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}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}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14541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9680" y="1341120"/>
            <a:ext cx="3469005" cy="4291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6958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3.3.2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转换构造函数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259840" y="1473200"/>
            <a:ext cx="5059680" cy="4592320"/>
            <a:chOff x="1259840" y="1473200"/>
            <a:chExt cx="5059680" cy="4592320"/>
          </a:xfrm>
        </p:grpSpPr>
        <p:pic>
          <p:nvPicPr>
            <p:cNvPr id="14643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9840" y="1473200"/>
              <a:ext cx="4947920" cy="4592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1351280" y="1476305"/>
              <a:ext cx="4968240" cy="425704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en-US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例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3-9   constructorCast.cpp</a:t>
              </a:r>
              <a:endParaRPr lang="en-US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Solid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Solid(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x,int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y,int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z) :_x(x), _y(y),_z(z){}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void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show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三维坐标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"&lt;&lt;_x&lt;&lt;","&lt;&lt;_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y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&lt;&lt;","&lt;&lt;_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z&lt;&lt;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friend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Point;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private: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_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x,_y,_z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559868" y="1422400"/>
            <a:ext cx="4758372" cy="4643120"/>
            <a:chOff x="6559868" y="1422400"/>
            <a:chExt cx="4758372" cy="4643120"/>
          </a:xfrm>
        </p:grpSpPr>
        <p:pic>
          <p:nvPicPr>
            <p:cNvPr id="146435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868" y="1447800"/>
              <a:ext cx="4758372" cy="4617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内容占位符 2"/>
            <p:cNvSpPr txBox="1">
              <a:spLocks/>
            </p:cNvSpPr>
            <p:nvPr/>
          </p:nvSpPr>
          <p:spPr>
            <a:xfrm>
              <a:off x="6725920" y="1422400"/>
              <a:ext cx="4490720" cy="458216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Point{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private: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_x, _y;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Point(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x,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y) :_x(x), _y(y){}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Point(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Solid &amp;another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this-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&gt;_x=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another._x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this-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&gt;_y=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another._y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void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show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平面坐标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:"&lt;&lt;_x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&lt;&lt;",“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&lt;&lt;_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y&lt;&lt;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;}};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697476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3.3.2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转换构造函数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522028" y="1371600"/>
            <a:ext cx="5286692" cy="4704080"/>
            <a:chOff x="3522028" y="1371600"/>
            <a:chExt cx="5286692" cy="4704080"/>
          </a:xfrm>
        </p:grpSpPr>
        <p:pic>
          <p:nvPicPr>
            <p:cNvPr id="147458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22028" y="1371600"/>
              <a:ext cx="5286692" cy="46939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3779520" y="1402080"/>
              <a:ext cx="5029200" cy="467360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main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原始坐标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Point p(1,2); 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p.show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Solid s(3,4,5); 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s.show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三维转换平面坐标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p=s;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p.show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return 0;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293349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4627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3.3.2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转换构造函数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5869938" y="1757680"/>
            <a:ext cx="5214621" cy="35763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上述代码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定义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了一个转换构造函数，将三维坐标点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Solid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类对象转换为平面坐标点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Point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类的数据，需要将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Solid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类声明为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Point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类的友元类，才能访问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Solid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类对象的数据。最后通过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Solid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类对象赋值给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Point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类对象后成功转换。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120" y="1570355"/>
            <a:ext cx="3236278" cy="4072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65295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62356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3.4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仿函数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重载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()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927855" y="1727200"/>
            <a:ext cx="5214621" cy="31292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仿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函数指的是在类中重载运算符“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”后，这个类的对象可以像函数一样使用。仿函数在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的算法中使用比较广泛，此外熟悉的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lambda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表达式在实现过程中也使用了仿函数。</a:t>
            </a:r>
          </a:p>
        </p:txBody>
      </p:sp>
      <p:pic>
        <p:nvPicPr>
          <p:cNvPr id="14848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25" y="1283335"/>
            <a:ext cx="2774950" cy="471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00795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48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62356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3.4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仿函数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重载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()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291078" y="1443341"/>
            <a:ext cx="8356602" cy="4668210"/>
            <a:chOff x="2291078" y="1443341"/>
            <a:chExt cx="8175942" cy="4668210"/>
          </a:xfrm>
        </p:grpSpPr>
        <p:pic>
          <p:nvPicPr>
            <p:cNvPr id="15155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1078" y="1452879"/>
              <a:ext cx="8175942" cy="4658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内容占位符 2"/>
            <p:cNvSpPr txBox="1">
              <a:spLocks/>
            </p:cNvSpPr>
            <p:nvPr/>
          </p:nvSpPr>
          <p:spPr>
            <a:xfrm>
              <a:off x="3299454" y="1443341"/>
              <a:ext cx="6860545" cy="425704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en-US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例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3-10   operatorFunc.cpp</a:t>
              </a:r>
              <a:endParaRPr lang="en-US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Show{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void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operator ()(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string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	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转换构造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函数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float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operator()(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float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num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){	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转换构造函数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return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num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*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num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;}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};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main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Show s;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s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("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abcdef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&lt;&lt;s(4)&lt;&lt;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return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0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154258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62356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3.4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仿函数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重载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()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440175" y="1838960"/>
            <a:ext cx="4147825" cy="2997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此外仿函数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还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可以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实现类中信息的传递。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上述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代码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进行修改，如果一个数的平方是偶数，则私有成员变量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_flag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置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，否则置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0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6439853" y="1281748"/>
            <a:ext cx="4573587" cy="4936172"/>
            <a:chOff x="6439853" y="1241108"/>
            <a:chExt cx="4573587" cy="4936172"/>
          </a:xfrm>
        </p:grpSpPr>
        <p:pic>
          <p:nvPicPr>
            <p:cNvPr id="152578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39853" y="1241108"/>
              <a:ext cx="4573587" cy="4936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内容占位符 2"/>
            <p:cNvSpPr txBox="1">
              <a:spLocks/>
            </p:cNvSpPr>
            <p:nvPr/>
          </p:nvSpPr>
          <p:spPr>
            <a:xfrm>
              <a:off x="6583681" y="1412240"/>
              <a:ext cx="4338319" cy="463296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Show{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Show(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bool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flag=false):_flag(flag){}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bool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operator()(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num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n=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num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*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num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if(n%2==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0)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return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true;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else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return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false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void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dis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(){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&lt;&lt;_flag&lt;&lt;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private: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bool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_flag;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95736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7614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智能指针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重载*和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-&gt;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5793739" y="1422400"/>
            <a:ext cx="5458465" cy="4470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中没有垃圾回收机制，堆内存资源的使用和释放需要自己编写程序实现，编写大型的程序可能会忘记释放内存导致内存泄漏。为了解决这个问题，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标准提出了智能指针这种机制，解决了编程中堆内存泄漏的问题。智能指针的本质是使用引用计数的方式解决悬空指针的问题，通过重载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*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-&gt;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运算符实现。</a:t>
            </a:r>
          </a:p>
        </p:txBody>
      </p:sp>
      <p:pic>
        <p:nvPicPr>
          <p:cNvPr id="15360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40" y="1422400"/>
            <a:ext cx="3831307" cy="449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95474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36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7614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智能指针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重载*和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-&gt;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229360" y="1219200"/>
            <a:ext cx="10271759" cy="14935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学习引用计数、重载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*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-&gt;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运算符之前，需要理解普通指针在资源访问中导致的指针悬空问题。下面通过具体的案例演示悬空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指针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238250" y="2458720"/>
            <a:ext cx="5040630" cy="3921760"/>
            <a:chOff x="1238250" y="2458720"/>
            <a:chExt cx="5040630" cy="3921760"/>
          </a:xfrm>
        </p:grpSpPr>
        <p:pic>
          <p:nvPicPr>
            <p:cNvPr id="154626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8250" y="2458720"/>
              <a:ext cx="5040630" cy="3850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内容占位符 2"/>
            <p:cNvSpPr txBox="1">
              <a:spLocks/>
            </p:cNvSpPr>
            <p:nvPr/>
          </p:nvSpPr>
          <p:spPr>
            <a:xfrm>
              <a:off x="1574801" y="2458720"/>
              <a:ext cx="4643119" cy="392176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Data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       </a:t>
              </a:r>
              <a:r>
                <a:rPr lang="en-US" altLang="zh-CN" sz="18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en-US" sz="18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例</a:t>
              </a:r>
              <a:r>
                <a:rPr lang="en-US" altLang="zh-CN" sz="18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3-11  refCount.cpp</a:t>
              </a:r>
              <a:endParaRPr lang="zh-CN" altLang="zh-CN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Data(string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):_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&lt;&lt;"Data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类构造函数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~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Data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&lt;&lt;"Data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类析构函数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"&lt;&lt;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void dis(){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&lt;&lt;_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private: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string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_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str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};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492240" y="2458720"/>
            <a:ext cx="4683760" cy="3850640"/>
            <a:chOff x="6492240" y="2458720"/>
            <a:chExt cx="4683760" cy="3850640"/>
          </a:xfrm>
        </p:grpSpPr>
        <p:pic>
          <p:nvPicPr>
            <p:cNvPr id="154627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2240" y="2458720"/>
              <a:ext cx="4673599" cy="3850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内容占位符 2"/>
            <p:cNvSpPr txBox="1">
              <a:spLocks/>
            </p:cNvSpPr>
            <p:nvPr/>
          </p:nvSpPr>
          <p:spPr>
            <a:xfrm>
              <a:off x="6502401" y="2672080"/>
              <a:ext cx="4673599" cy="347472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main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Data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*pstr1=new Data("I Love China");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Data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*pstr2=pstr1;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Data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*pstr3=pstr1;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pstr1-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&gt;dis();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</a:t>
              </a:r>
              <a:r>
                <a:rPr lang="en-US" altLang="zh-CN" sz="18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delete </a:t>
              </a:r>
              <a:r>
                <a:rPr lang="en-US" altLang="zh-CN" sz="1800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pstr1;</a:t>
              </a:r>
              <a:endParaRPr lang="zh-CN" altLang="zh-CN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pstr2-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&gt;dis();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return 0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459338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7614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智能指针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重载*和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-&gt;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706882" y="1249680"/>
            <a:ext cx="6320150" cy="49580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在上述代码中，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Data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类用于存储信息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main()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函数中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Data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类创建了一个位于堆内存的对象，并使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pstr1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指针指向该对象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然后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创建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指针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pstr2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指向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pstr1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指向的空间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，创建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指针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pstr3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指向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pstr1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指向的空间。指针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pstr1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pstr2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pstr3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共享同一个对象，若释放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pstr1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指向的对象，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pstr2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pstr3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仍然在使用对象，造成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pstr2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pstr3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无法访问资源，成为悬空指针，程序运行时出现异常。</a:t>
            </a:r>
          </a:p>
        </p:txBody>
      </p:sp>
      <p:pic>
        <p:nvPicPr>
          <p:cNvPr id="10" name="Picture 2" descr="http://img1.juimg.com/161003/327706-1610030f43495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7031" y="1595120"/>
            <a:ext cx="3418151" cy="4051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09242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5557522" y="1391920"/>
            <a:ext cx="1513838" cy="711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悬空指针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6533878"/>
              </p:ext>
            </p:extLst>
          </p:nvPr>
        </p:nvGraphicFramePr>
        <p:xfrm>
          <a:off x="3383597" y="2255520"/>
          <a:ext cx="5983923" cy="3240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702" name="Visio" r:id="rId5" imgW="2775238" imgH="1499688" progId="Visio.Drawing.11">
                  <p:embed/>
                </p:oleObj>
              </mc:Choice>
              <mc:Fallback>
                <p:oleObj name="Visio" r:id="rId5" imgW="2775238" imgH="1499688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3597" y="2255520"/>
                        <a:ext cx="5983923" cy="32402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1"/>
          <p:cNvSpPr txBox="1"/>
          <p:nvPr/>
        </p:nvSpPr>
        <p:spPr>
          <a:xfrm>
            <a:off x="2311398" y="501700"/>
            <a:ext cx="67614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智能指针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重载*和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-&gt;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530257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5689600" y="1493520"/>
            <a:ext cx="5242560" cy="42570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为了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解决悬空指针的问题，引入了引用计数的概念，引用计数是计算机科学中的一种编程技术，用于存储计算机资源的引用、指针或者句柄的数量。当引用次数为零时自动释放资源，使用引用计数可以跟踪堆中对象的分配和自动释放堆内存资源。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AutoShape 2" descr="http://img2.imgtn.bdimg.com/it/u=1646368577,3012706238&amp;fm=214&amp;gp=0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4" descr="http://img2.imgtn.bdimg.com/it/u=1646368577,3012706238&amp;fm=214&amp;gp=0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577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960" y="1355318"/>
            <a:ext cx="3444240" cy="4533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1"/>
          <p:cNvSpPr txBox="1"/>
          <p:nvPr/>
        </p:nvSpPr>
        <p:spPr>
          <a:xfrm>
            <a:off x="2311398" y="501700"/>
            <a:ext cx="67614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智能指针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重载*和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-&gt;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5768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5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746" name="Picture 2" descr="http://file06.16sucai.com/2016/0121/cb45da719f3cf933d7ec97c58b11240c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902" y="1876742"/>
            <a:ext cx="5204953" cy="3467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757680" y="2235200"/>
            <a:ext cx="4683760" cy="22453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下面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通过案例演示使用引用计数解决悬空指针的问题，通过重载“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*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”和“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-&gt;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”运算符实现内存的自动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管理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AutoShape 2" descr="http://img2.imgtn.bdimg.com/it/u=1646368577,3012706238&amp;fm=214&amp;gp=0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4" descr="http://img2.imgtn.bdimg.com/it/u=1646368577,3012706238&amp;fm=214&amp;gp=0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TextBox 1"/>
          <p:cNvSpPr txBox="1"/>
          <p:nvPr/>
        </p:nvSpPr>
        <p:spPr>
          <a:xfrm>
            <a:off x="2311398" y="501700"/>
            <a:ext cx="67614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智能指针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重载*和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-&gt;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3551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97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59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9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AutoShape 2" descr="http://img2.imgtn.bdimg.com/it/u=1646368577,3012706238&amp;fm=214&amp;gp=0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4" descr="http://img2.imgtn.bdimg.com/it/u=1646368577,3012706238&amp;fm=214&amp;gp=0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4209333" y="1332547"/>
            <a:ext cx="6244272" cy="4731386"/>
            <a:chOff x="2940368" y="1332547"/>
            <a:chExt cx="6244272" cy="4731386"/>
          </a:xfrm>
        </p:grpSpPr>
        <p:pic>
          <p:nvPicPr>
            <p:cNvPr id="158722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0368" y="1332547"/>
              <a:ext cx="6244272" cy="47313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3906517" y="1386840"/>
              <a:ext cx="4851403" cy="462280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</a:t>
              </a:r>
              <a:r>
                <a:rPr lang="en-US" altLang="zh-CN" sz="16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Data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{/*...*/};	//</a:t>
              </a:r>
              <a:r>
                <a:rPr lang="zh-CN" altLang="en-US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定义参考上述代码</a:t>
              </a:r>
              <a:endPara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</a:t>
              </a:r>
              <a:r>
                <a:rPr lang="en-US" altLang="zh-CN" sz="1600" dirty="0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Count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public: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friend class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SmartPtr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Count(Data *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pdata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):_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pdata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pdata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),_count(1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&lt;&lt;"Count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类构造函数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"&lt;&lt;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~Count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&lt;&lt;"Count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类析构函数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"&lt;&lt;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delete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_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pdata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private: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Data *_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pdata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_count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};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10" name="TextBox 1"/>
          <p:cNvSpPr txBox="1"/>
          <p:nvPr/>
        </p:nvSpPr>
        <p:spPr>
          <a:xfrm>
            <a:off x="2311398" y="501700"/>
            <a:ext cx="67614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智能指针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重载*和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-&gt;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内容占位符 2"/>
          <p:cNvSpPr txBox="1">
            <a:spLocks/>
          </p:cNvSpPr>
          <p:nvPr/>
        </p:nvSpPr>
        <p:spPr>
          <a:xfrm>
            <a:off x="612775" y="1386840"/>
            <a:ext cx="3915332" cy="73193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3-12  countSmart.cpp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1378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AutoShape 2" descr="http://img2.imgtn.bdimg.com/it/u=1646368577,3012706238&amp;fm=214&amp;gp=0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4" descr="http://img2.imgtn.bdimg.com/it/u=1646368577,3012706238&amp;fm=214&amp;gp=0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1300480" y="1452880"/>
            <a:ext cx="10139680" cy="4775200"/>
            <a:chOff x="1300480" y="1452880"/>
            <a:chExt cx="10139680" cy="4775200"/>
          </a:xfrm>
        </p:grpSpPr>
        <p:pic>
          <p:nvPicPr>
            <p:cNvPr id="160770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0480" y="1452880"/>
              <a:ext cx="10027920" cy="46329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内容占位符 2"/>
            <p:cNvSpPr txBox="1">
              <a:spLocks/>
            </p:cNvSpPr>
            <p:nvPr/>
          </p:nvSpPr>
          <p:spPr>
            <a:xfrm>
              <a:off x="1551939" y="1452880"/>
              <a:ext cx="5577840" cy="477520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</a:t>
              </a:r>
              <a:r>
                <a:rPr lang="en-US" altLang="zh-CN" sz="1600" dirty="0" err="1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SmartPtr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public: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SmartPtr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(Data*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pdata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):_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reNum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(new 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Count(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pdata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)){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创建基类对象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"&lt;&lt;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SmartPtr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const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SmartPtr&amp;another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):_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reNum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(another._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reNum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 ++_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reNum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-&gt;_count;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Smartptr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类复制构造函数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"&lt;&lt;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~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SmartPtr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if(--_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reNum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-&gt;_count==0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  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delete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_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reNum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   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Smartptr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类析构函数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"&lt;&lt;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11" name="内容占位符 2"/>
            <p:cNvSpPr txBox="1">
              <a:spLocks/>
            </p:cNvSpPr>
            <p:nvPr/>
          </p:nvSpPr>
          <p:spPr>
            <a:xfrm>
              <a:off x="7536179" y="1778000"/>
              <a:ext cx="3903981" cy="384048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Data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*operator-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&gt;(){</a:t>
              </a:r>
              <a:endPara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return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_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reNum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-&gt;_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pdata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Data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&amp;operator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*(){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   return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*_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reNum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-&gt;_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pdata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</a:t>
              </a: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disCount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   return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_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reNum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-&gt;_count;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private: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Count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*_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reNum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12" name="TextBox 1"/>
          <p:cNvSpPr txBox="1"/>
          <p:nvPr/>
        </p:nvSpPr>
        <p:spPr>
          <a:xfrm>
            <a:off x="2311398" y="501700"/>
            <a:ext cx="67614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智能指针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重载*和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-&gt;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0538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AutoShape 2" descr="http://img2.imgtn.bdimg.com/it/u=1646368577,3012706238&amp;fm=214&amp;gp=0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4" descr="http://img2.imgtn.bdimg.com/it/u=1646368577,3012706238&amp;fm=214&amp;gp=0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3367088" y="1508760"/>
            <a:ext cx="5762625" cy="4302760"/>
            <a:chOff x="3367088" y="1386840"/>
            <a:chExt cx="5762625" cy="4302760"/>
          </a:xfrm>
        </p:grpSpPr>
        <p:pic>
          <p:nvPicPr>
            <p:cNvPr id="16179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7088" y="1386840"/>
              <a:ext cx="5762625" cy="4272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3815077" y="1417320"/>
              <a:ext cx="5074923" cy="427228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main()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Data  *pstr1=new Data("I Love China!");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SmartPtr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pstr2=pstr1;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(*pstr1).dis();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SmartPtr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pstr3=pstr2;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pstr2-&gt;dis();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使用基类对象的指针数量</a:t>
              </a:r>
              <a:r>
                <a:rPr lang="zh-CN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：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                    "&lt;&lt;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pstr2.disCount()&lt;&lt;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return 0;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10" name="TextBox 1"/>
          <p:cNvSpPr txBox="1"/>
          <p:nvPr/>
        </p:nvSpPr>
        <p:spPr>
          <a:xfrm>
            <a:off x="2311398" y="501700"/>
            <a:ext cx="67614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智能指针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重载*和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-&gt;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84601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AutoShape 2" descr="http://img2.imgtn.bdimg.com/it/u=1646368577,3012706238&amp;fm=214&amp;gp=0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4" descr="http://img2.imgtn.bdimg.com/it/u=1646368577,3012706238&amp;fm=214&amp;gp=0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内容占位符 2"/>
          <p:cNvSpPr txBox="1">
            <a:spLocks/>
          </p:cNvSpPr>
          <p:nvPr/>
        </p:nvSpPr>
        <p:spPr>
          <a:xfrm>
            <a:off x="1757680" y="2032000"/>
            <a:ext cx="9814560" cy="29057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上述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代码定义了三个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类：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Date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类：用于存储信息。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Count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类：定义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了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成员变量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_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pdata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_count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为私有成员，并声明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SmartPtr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类为友元类。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Count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类的目是为了实现引用计数，封装了基类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Data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对象的指针，起到辅助作用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8" name="TextBox 1"/>
          <p:cNvSpPr txBox="1"/>
          <p:nvPr/>
        </p:nvSpPr>
        <p:spPr>
          <a:xfrm>
            <a:off x="2311398" y="501700"/>
            <a:ext cx="67614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智能指针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重载*和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-&gt;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56016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AutoShape 2" descr="http://img2.imgtn.bdimg.com/it/u=1646368577,3012706238&amp;fm=214&amp;gp=0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4" descr="http://img2.imgtn.bdimg.com/it/u=1646368577,3012706238&amp;fm=214&amp;gp=0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内容占位符 2"/>
          <p:cNvSpPr txBox="1">
            <a:spLocks/>
          </p:cNvSpPr>
          <p:nvPr/>
        </p:nvSpPr>
        <p:spPr>
          <a:xfrm>
            <a:off x="1402080" y="1473200"/>
            <a:ext cx="10302240" cy="45821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SmartPtr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类：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用于实现智能指针，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Smart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类中的私有成员变量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_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reNum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用于访问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Count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类的成员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SmartPtr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类的构造函数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在创建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Data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对象后，将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Count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类的指针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_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pdata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指向存储于堆内存的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Data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对象。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SmartPtr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类的拷贝构造函数在实现时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，如果其他对象的指针使用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Data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数据，使计数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_count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加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SmartPtr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类的析构函数中，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释放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Data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类对象的资源，当记录指向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Data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类对象指针的数量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_count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值为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0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时，释放资源。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SmartPtr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类重载了运算符“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-&gt;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”，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返回指向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Data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类对象的指针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；重载了运算符“*”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,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返回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Data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类对象。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2311398" y="501700"/>
            <a:ext cx="67614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智能指针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重载*和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-&gt;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215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AutoShape 2" descr="http://img2.imgtn.bdimg.com/it/u=1646368577,3012706238&amp;fm=214&amp;gp=0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4" descr="http://img2.imgtn.bdimg.com/it/u=1646368577,3012706238&amp;fm=214&amp;gp=0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内容占位符 2"/>
          <p:cNvSpPr txBox="1">
            <a:spLocks/>
          </p:cNvSpPr>
          <p:nvPr/>
        </p:nvSpPr>
        <p:spPr>
          <a:xfrm>
            <a:off x="1544320" y="2062480"/>
            <a:ext cx="9743440" cy="24790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main()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函数中，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申请堆内存储空间存储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Data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类对象并初始化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，并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定义智能指针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pstr2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指向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Data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对象；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然后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通过重载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*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”运算符访问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Data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对象存储的数据；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接着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智能指针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pstr3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指向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Data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对象；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并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通过重载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-&gt;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”运算符访问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Data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类对象存储的数据。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2311398" y="501700"/>
            <a:ext cx="67614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智能指针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重载*和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-&gt;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36221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AutoShape 2" descr="http://img2.imgtn.bdimg.com/it/u=1646368577,3012706238&amp;fm=214&amp;gp=0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4" descr="http://img2.imgtn.bdimg.com/it/u=1646368577,3012706238&amp;fm=214&amp;gp=0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内容占位符 2"/>
          <p:cNvSpPr txBox="1">
            <a:spLocks/>
          </p:cNvSpPr>
          <p:nvPr/>
        </p:nvSpPr>
        <p:spPr>
          <a:xfrm>
            <a:off x="5257800" y="1473200"/>
            <a:ext cx="1676400" cy="6807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引用计数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0711718"/>
              </p:ext>
            </p:extLst>
          </p:nvPr>
        </p:nvGraphicFramePr>
        <p:xfrm>
          <a:off x="2897010" y="2316480"/>
          <a:ext cx="6479260" cy="2885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43" name="Visio" r:id="rId5" imgW="2775238" imgH="1230552" progId="Visio.Drawing.11">
                  <p:embed/>
                </p:oleObj>
              </mc:Choice>
              <mc:Fallback>
                <p:oleObj name="Visio" r:id="rId5" imgW="2775238" imgH="1230552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7010" y="2316480"/>
                        <a:ext cx="6479260" cy="28854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"/>
          <p:cNvSpPr txBox="1"/>
          <p:nvPr/>
        </p:nvSpPr>
        <p:spPr>
          <a:xfrm>
            <a:off x="2311398" y="501700"/>
            <a:ext cx="67614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3.5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智能指针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重载*和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-&gt;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运算符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302183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9338" y="500143"/>
            <a:ext cx="5903119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3.6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本章小结</a:t>
            </a:r>
            <a:endParaRPr lang="zh-CN" altLang="en-US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200301" y="1908027"/>
            <a:ext cx="4541626" cy="33239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本章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主要讲解了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语言中的运算符重载，包括运算符重载的意义、规则，以及常用的运算符的重载，如自增运算符重载、赋值运算符的重载等。运算符重载是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语言最重要的特性之一，学好本章会加深读者对面向对象中多态性的理解。</a:t>
            </a:r>
            <a:endParaRPr lang="zh-CN" altLang="en-US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94" name="直接连接符 71"/>
          <p:cNvCxnSpPr/>
          <p:nvPr/>
        </p:nvCxnSpPr>
        <p:spPr>
          <a:xfrm flipH="1">
            <a:off x="9202549" y="7121749"/>
            <a:ext cx="1474501" cy="1463953"/>
          </a:xfrm>
          <a:prstGeom prst="line">
            <a:avLst/>
          </a:prstGeom>
          <a:ln>
            <a:solidFill>
              <a:srgbClr val="FEA5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73"/>
          <p:cNvCxnSpPr/>
          <p:nvPr/>
        </p:nvCxnSpPr>
        <p:spPr>
          <a:xfrm flipH="1">
            <a:off x="11069007" y="5941656"/>
            <a:ext cx="658541" cy="626903"/>
          </a:xfrm>
          <a:prstGeom prst="line">
            <a:avLst/>
          </a:prstGeom>
          <a:ln>
            <a:solidFill>
              <a:srgbClr val="05B0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21" y="1634705"/>
            <a:ext cx="4730773" cy="3870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70790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74987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8D62E317-9EB8-4EE3-A0B2-DEA7D8D8667A}"/>
  <p:tag name="ISPRING_RESOURCE_FOLDER" val="F:\7、计算机组装与维护\5、资源\2.PPT\ppt\第1章 认识计算机 教学PPT_薛蒙蒙_0827_1\"/>
  <p:tag name="ISPRING_RESOURCE_FOLDER_STATIC" val="F:\7、计算机组装与维护\5、资源\2.PPT\ppt\第1章 认识计算机 教学PPT_薛蒙蒙_0827_1\"/>
  <p:tag name="ISPRING_PRESENTATION_PATH" val="F:\7、计算机组装与维护\5、资源\2.PPT\ppt\第1章 认识计算机 教学PPT_薛蒙蒙_0827.pptx"/>
  <p:tag name="ISPRING_PROJECT_FOLDER_UPDATED" val="1"/>
  <p:tag name="ISPRING_PLAYERS_CUSTOMIZATION" val="UEsDBBQAAgAIAO9xSE3/6EwIKgQAAHYOAAAdAAAAdW5pdmVyc2FsL2NvbW1vbl9tZXNzYWdlcy5sbmetV1uP00YUfkfiP4wsUbUPXaASCKnZoEk8m1g4drAne+lF1mw8BAvHs7WdwPYJVS1i+wIStKItLVppu1upNK2QWlFW5ddsnOVf9NhOIAm0tnd5sJSx8n3n9p3jM6WLN7ou6nM/cIS3KJ1dOCMh7rWF7XidRalFl96/IKEgZJ7NXOHxRckTErpYPnmi5DKv02MdDr9PnkCo1OVBAMegHJ9enZFjL0rNilXVG02srVmqXtOtilKTylXR3WDeJlJFR3ziv/vB+Qs3zp47/17p9BiZh8hsYFWdpUIJ07kzOYg0auiqBWxEtTSySqXyO53ww/mnGI/eoqqiEak83NkbPXtyuHdr+MPzYhRNgyyDKy6Yn3syeVqGQTRqmaoiE0sxLU2nScJUQokslaMHvw/v7o7290b7vx08/frg6c3o8Xb0553DvduHgz+G/3yTZUA28Iqi1Syq66ppEU2evJHKo/170Y+PRvf3R4/vF6QxsEkM8O7e7ovvdo6AtRIRpPBo62b0cKsYSV2p1VV4aOzFi18fHDwbFCNoEg0SkB13g5gmrhGroq9CaUAjd3eLQPRLYGV7cDjYKYJaI2ZS+SyMhpeVGqaKrsXKMYhJDaWayGZN9FCbeUh47iZi7Tbg0IbP+47oBfCm7/Dr3EaB69g8KGbFJJdbIFgFq6mVq6zPUSgSyjEhcjwUXuWo4/Q5uODb3M+yAQ1UJXJcnsst5SNrCSsqkS2ol6yvWDRp9NgY8znyRIiY64o4ALDL7D7z2hyt8zbrBRxtwt9sx07+tsEg7NiTz3rO54iFqX/o1LjZNJmsnlo4nmsKVWFyrDDfg/FbkGqm1V8PttsLINIw5N2NMCuKqUwsvBUvjhtXE5vmfwaVpy7HjGjOftFwTJA4MeCrBy1fcUR+BGmAPqQy6TLHzY9StCUw1PR5wL2Q+0jxrhSwqeljAk2go3IsQ+ZnXFiGihTAr5CKqdA4x3w9cEKehUwKldb7zRppw4Lg8pC/0sk6vyKg/13O+lBEeO8EqXAWjmCskCAmkzUegdNzesyigUMdFsI6hsAl1+lC/HYOzlaDTDKYjteZTLzxyz/6/ssiH///M5L6bvCg1+UT2SRBZJGaBBvVulXFWpWA1Id3vo3+up0TBFKNfVKpaam4EsOjJ9vw9Y+++CV69HO09RwCHN76ajj4Oydhun/JZAkD6ThzOaHzjqT2YSf66WEhBmi+eOSQl0wfayLkwadZJBRXZnHJIQ9qvLFOcEX21qTs46xhSnG13gBlmIkQRM9vZ68D0wwNbFyC5k9WKqncYP41mBxUCLcQSxJ3PL3CYtaPtLhPExxvAMdRU6VpYVlOrjZwqXGd9rX0w2Ujloyw+I7jwh0nL1m1jjWYLnN83HbCgoTJQJ80O7Rdep4oLd7XXpvvL09BckMsnZ66MP4LUEsDBBQAAgAIAO9xSE2LtzoSDwQAANwPAAAnAAAAdW5pdmVyc2FsL2ZsYXNoX3B1Ymxpc2hpbmdfc2V0dGluZ3MueG1s5VdRaxtHEH7Xr1iupG/RyYldO+5JwdgSEZVl17rShFLM6m6s23pv93q7J0V5CiEJTV8aKIWShhZDavehdUugkNY0P6ZEkn9G53S2LFlyenJISSjiEDf7zbczs7Pf3lpXb/qcNCFUTIq8MZPNGQSEI10mGnnjI7t0ccEgSlPhUi4F5A0hDXK1kLGCqM6Z8mqgNUIVQRqhFgOdNzytg0XTbLVaWaaCMB6VPNLIr7KO9M0gBAVCQ2gGnLbxT7cDUEYhkyHESkyr0o04EOZiCILF0VFe4lR5hpnA6tTZboQyEu6y5DIkYaOeN95ZWIp/x5iEaoX5IOLkVAGNsVkvUtdlcTyU19gtIB6whoeBz88apMVc7eWNy7lLMQ3CzXGaPnmSBI1pliVmI/QRvw+aulTT5DWZUMNNrY4NicltC+ozx8YREhcgb6zYm7VKeaW4WV2zi7XNa/ZqJYlhCie7eN2ewsku25XiNPi09NdurBc3KuXqB5v22lrFLq+feGFFRwpimaMVs7CyMgodGBTM0l7k1wVlHLvtVBkVaOxXTsMG2LLEcBW3KFdgkM8CaHwYUc50G9s6h229DRAsqQAcvREvW97QYQTGCV1CiIHhWg56Yu7KoCfmF0ZSN5PZT9KaGKVFtaaOh82Dtn5oljlsOoZtSTGSWvxO6pK7g4TAr4NbpT4M7YnaNhMlRM4YZAsXgWOqSyGj3CBMY+rOwFlFdaWZ7u/C0jCSIBfudiCrtbFSOB4N1UjFB1WPG98pfFKVGtSnSSkS01nQ7re/dh7u9g72ege/vHj25Ytnt7s/7/Qe3e3+/tXh3heH+791/vomDc8NGRE/UpqgkgQcNBDtAfk8YrdIHbZkCIQDbaLmoJ0pojhzITsVcUCVOiGlOuEgF5IdUK6uFK9fIFoS6japcKYkx6UHP9Cvg59i7kLiFJzLFrhDFFgZh0YKSBthLnP7sDRpZs+9sudZVocKIgVvE+rg5lcEJbbJZKTQ0mQQp9QPUaXl82gT4irEzkeuhIl+zg3cPzhZ6EKYhi03c+ny7Nx78wtXFrPm37d3L77U6UgQ1zmNZ0sUcflMxU3ndUp3/8XpJeo75luSoR93pTs26eQT5Uj5xrXBMmPNmixhfaV9ExWs+8OP3QfPewdfd79/nKrZn+50Hz/o3vnpyPHR3c79e539P9L4dp7s9f58erh3v/Pd8zT4fv3TAN/l+v3TTyq/BmJPPSl3fKp8H+6mgfV29g/3n6RBboCKfCDrQ59eadw+pqHAA+GtgFbx7Gr0MyN4enHmM9yZb4VEnaUWr65u/4lCvdJHViJvr0ehzrWwb7yo/18qlrwNbjojVxvLnHiJjEd8JpiPdYw/WgY3z8LcbA4vSxOHMhlkG72RFzL/AFBLAwQUAAIACADvcUhNBOcD0bYCAABTCgAAIQAAAHVuaXZlcnNhbC9mbGFzaF9za2luX3NldHRpbmdzLnhtbJVWbU/bMBD+vl9Rdd8Jey2TTCUonYTEBhqI705yTaw6dmQ7Zf338yux26TNekKq757Hd763guSWsOWH2QwVnHLxDEoRVkmjCboZKa/neacUZxcFZwqYumBcNJjOlx9/2g/KLPIci+9ATOVscAG9m4X9TKF4H98WRsYIBW9azPYPvOIXOS62leAdK8+GVu9bEJSwrUZe/lis1qMOKJHqXkGTxLS+MjKN0gqQEkxI39dGzrIozoEGT5f2M5HTuzr9+gPajkiiLO3mk5ExWosrSJN8dWNkHM/07WlVFkZOExT8VRr65bORUSjFexDp5XdfjYwyeNu1/9MjreCVSWjKOV3Edw7luNTjZ6K6NHKWYB5kHJ2tgk+PfetdBPJf47lHZlwFp08mrwcLwRQ9p7BUogOUhZOzyZq/PXZKzwcsN5hKDYhVPehJB/2EOxmuSXU97g+8EVZGIK/oEa+cdg2sXLyx09TQE1arW7srYuy7LopQwM4roxB7ZY/8rfN6hIyUPfKZkhIeGd0fwQ8tjhNqfIt9NU+nX1uBYX0MCQunYDWeHszkysi1VwRMw0tYShPOC2nAlA1lVudCyo5iQgzvSIUV4eyXweV7+xiJsgODb7XhxkKKKApD/WZj1Fs6rpc9p+3orWk/ul+F/nHuPFN6iV/PsVK4qBv9qyTnM8/TU6ITM8+GGWZNajiIe7bhEcf6HiM1WGxBvHBOp7phXIGcej13szUGR1mUA5QNZxn5S4bSz7omB7HWVSMQ2ibVOVxNqprqP/VK4A3KlDBidExV6+sYJu9dGSl8CwAWRR161h2cpemoIhR2QL01UtgHj70MSd2jY+12ox5go+KG85pJHekXRd8pMS41DBBedVzDDGc5v4QVzqV9WTL3YQf3g59s5bDLTOvF3p3Ct1Jys7Yfp1ArzT+T/wBQSwMEFAACAAgA73FITaPtv2riAwAA7Q4AACYAAAB1bml2ZXJzYWwvaHRtbF9wdWJsaXNoaW5nX3NldHRpbmdzLnhtbN1X328bRRB+91+xOlTe6kv6g6Th7CpKHMXCdUJyiFYIReu7sW/p3u71ds+u+1ShUlFeqISQUKlAkUrCAwRUCakQ0T8G1Xb+DGZ9jhPHSTgHaNXKOlk7N/PtfLOz3946V2+HnDQhVkyKgjWdn7IICE/6TDQK1gfu0vlZiyhNhU+5FFCwhLTI1WLOiZIaZypYB63RVRGEEWou0gUr0Dqas+1Wq5VnKorNW8kTjfgq78nQjmJQIDTEdsRpG/90OwJlFXM5QpzUdE36CQfCfExBMJMd5cs65JadetWod7MRy0T4C5LLmMSNWsF6a3be/PZ9UqRFFoIw3FQRjcas56jvM5MO5evsDpAAWCPAvGcuWaTFfB0UrItTFwwMutvjMH3wlAM1MAsSyQg9wA9BU59qmg7TCTXc1mrfkJr8tqAh81x8Qwz/grXobqxXyouljeqKW1rfWHavVdIcJghyS9fdCYLcslspTeKfFX75xmpprVKuvrfhrqxU3PLqQRRWdKQgjj1aMQcrK5PYg2HBHB0kYU1QxrHZjpRRgcZ25TRugCuXGK5inXIFFvkkgsb7CeVMt7Grp7CrbwJE8yoCT6+ZZStYOk7AOoBLATExXMthT1y+MuyJmdkR6nY6+wGtY7N0qNbUC7B50NZPzbEPm/bd6lKMUDNjUpPcHxKqY5U5cpmPGeUWYRq5ecO32lRALzGO9Tex0/m60GPkvIDGaqSGwzqaVvaKH1WlBvVxSi41neTa/eaXzsOt3u52b/fnF8++ePHsbvenzd6je93fvtzb/nxv59fOn19nwbkhExImShOUhoiDBqIDILcSdofUoC5jIBxoE0UE7UwRxZkP+YmAI6rUASjVKQY5l/Z0ubpYun6OaEmo36TCmxAcFxPCSP8f+BS5C4lTcC5b4B+CwMp4NFFA2ujmM7/vloVm/swre5Zl9aggUvA2oR5uZ0VQNJtMJgotTQaGUj9FlRUvoE0wVTDBg1DCRJ9zAw8JnCz2Ic6CNjV94eKly+/MzF6Zy9t/3d06f2rQQOJWOTWzpRq3cKKGZos6oqT/EHSKno7FLsk4NF3pj016/Bkx0LJxbXBsoyTHi1JfO1+OJnW//6H74Hlv96vud48zte/Tze7jB91PfxwEPrrXuf9ZZ+f3LLGdJ9u9P57ubd/vfPs8i3+/olkc3+b63aNPprgG+h55Mu7hTHwfbmVx623u7O08yeK5BioJgawe+jzKEvYhjQVK/GvhWsXTqNFnRvA84ixkuNdeC9E5af//e716KZpz+odQqkj/keacaalevfC+sTVIR8Mbw8gVwbGPvYzl0D56RS3m/gZQSwMEFAACAAgA73FITQ/kWSCZAQAAHQYAAB8AAAB1bml2ZXJzYWwvaHRtbF9za2luX3NldHRpbmdzLmpzjZRNb8IwDIbv/AqUXSfEPrvthgaTJnGYNG7TDmkxpSJNoiR0MMR/Xx2+mtYdxJfm7dPXsStn0+mWiyWs+9Ld+Ge//wj3XgPUnFnCdaiLFj1HnVmRTWGS5SAyCayGFIdPj/L2RFDGTHrTeP2JtrbixxS+mXFhq7gmLAyhWUIrCO2HSrKixN+gtH1Zu5IqfY6XzinZS5R0IF1PKpNzz7CrN7+qFdZgVYA5g854AoFp5FcbeXJ8iDCqXKJyzeV6rFLVi3mySI1aymlb/vlagyn/+GIH9J+j11FgJzLr3h3k9cSjJ4x2UhuwFvZ5H0cYJCx4DKLi2/frHzQwbhZUo4vMZu5AD24wqrTmKTS69DTACDFZejW6GWE0OQcrtyPubjECQvA1mIbV8B4jAJVe6gt+oDYqxY400GbPj6hQfJrJdJ+6j0FyeFi0beveqVB//CELRkjVRmhOjGnednNcMPaOHFxbyzqmZl5QoqRERSTWFFiQp3H1awT3X13GnePJPC9vh/JqLNvAzQLMRClRHv/73EGLo7jL1dn+AVBLAwQUAAIACADvcUhNGtrqO6oAAAAfAQAAGgAAAHVuaXZlcnNhbC9pMThuX3ByZXNldHMueG1snY8xD8IgEIV3fgW5XbBb0wDdTNwcdDYVUUno0XDU+vOF1Bhnh0vuXd73Xk71rzHwp0vkI2poxBa4QxuvHu8aTsfdpgVOecDrECI6DRiB94Yp37R4SI5cJl4ikDQ8cp46KZdlEZ6mVBIohjmXYBI2jrLMGFFWUk4rCivb+b/ozw0MY5yry+xD3qMpe1GrhVOyGipzdig83iLIalDy667KzpRLRRFK/jxm2BtQSwMEFAACAAgA73FITZQTsyJpAAAAbgAAABwAAAB1bml2ZXJzYWwvbG9jYWxfc2V0dGluZ3MueG1sDcwxDoMwDEDRnVNY3int1oHAxlaW0gNYxEWRHBuRgOD2ZPvD02/7MwocvKVg6vD1eCKwzuaDLg5/01C/EVIm9SSm7FANoe+qVmwm+XLOBSZYhS7eJo4lMo8Uixx2EajhU17/wB6brroBUEsDBBQAAgAIAKBhr0TOggk37AIAAIgIAAAUAAAAdW5pdmVyc2FsL3BsYXllci54bWytVU1v2zAMPafA/oOhe62kXdc0kFt0BYod1qFA1m23QLUZW4tteZJcN/31o/xtz+lWYAcDNsX3SPGRNLt6TmLnCZQWMvXIwp0TB1JfBiINPfLw9fZ4Sa4u3x2xLOZ7UI4IPJKnwgJ4TJwAtK9EZhB8z03kkZ7BRWbiZEpIJcweuc+Qu4u0JO+OZuiSao9ExmQrSouicIVGRBpqGeeWRLu+TGimQENqQNEqDeI02JX5OxqfRKbU7DPQPWRm3h64Jmk5nrUYkBSnrlQhPZnPF/TH3ee1H0HCj0WqDU99IA5WclaW8pH7uzsZ5DFoa5uxKsk1GGOTKG0zZlZisUwdrXyPVA6bBLTmIWg3TkNCKyydALNtzHVU8+gBreXVO1Hzln4b+71p3ErlaOec5Y+x0BEe9SGddRLI6DAqS8rrlh300HTQrWUijoJfuVAQlJ/f2haZL0gVsO24Mk9XFz4e4Nst941U+xuEYRfVCrqtaG4lmluCWg63jb7uKEhz2y1wkytoSjVjTyIA+YUrxW1bXBqVA6MjY42lQzCj1ZVrkTpBWGSS+OwftLF+I2l+6teUKQH/Q5hPSNTWRKQBPN8K9DGQYE0NYLGtzTVZ7NqYXU46f0x6fT0wVTnWouBFHMNVCDiGATecdnZ6CAqKa3TxczXC9g4OgiMRRjE+ZpJhfHqQJuFqN8nQOzgIjqW/m4C25raMdFzHUTO1HcToxDphfq6NTMRL2Z6DPWNWZR++NnLN0XUm2oPz+R+jOIjRDOaWTKwu+9bbV83hvZ1TozufTVZZBt2K8wAmzyqvZhbybOQTwJbnsbnp59Tswx50lPPUdExzfcd+l8VavIBTiMD+6RantiYR2J7xyIflaY8B9cTtMghfmqYiMlpLUql5SDmGtXkSUFSYalY+ouqhknkajLRxs+7noGPcVdcKuBPDFjNdnGDzycwj7/GlvsvF2UV3lfPFRYMt87qvAle5vGFV1wl3nUHrfm0vwuqZx9ffUEsDBBQAAgAIAO9xSE0129mtaAEAAPMCAAApAAAAdW5pdmVyc2FsL3NraW5fY3VzdG9taXphdGlvbl9zZXR0aW5ncy54bWyNUttqGzEQfc9XiPyAJY1uC1uDrsWQh0IT8rz1qmGJoy0rhYSij682rXHcurSap5lz5gwzOn1+nJJ9zmV+mr4PZZrT51jKlB7y9gqhfj8f5uXTEnMseXOq3E9pnF926eu81lo1lyGNwzLaFc1bjMLbQ0pq5VTLmGEUSeapV8h5bhvWgevANsxRYvvNbxI/dZe4j6lcVu03Z+ifDbuU41J2aYyvWzhnv4fON/i4DOPUeHkr2Br1OLU6tgZihEvuK9UAIJDljjhcpeykJshjxjFUoyhQQIRz0olKJOXQstCJpsJ8JxCTjFFXqaetG2ltHLVVQkeIbtO86mwNwUiMESEEmKtcQDAYNTY0DQ1qPSA4MCCqNpooQMEGE1j1zgvLkaJeYFyZMYDx6bin7d6f61T973WO5/yH4MUvuIiu3tpcMFe/f16WRr6NT98OQ4noy5DjbvxwHe5ubq5/efLNv0fGatS28V99/QNQSwMEFAACAAgA73FITe7Vv9acGQAA8D4AABcAAAB1bml2ZXJzYWwvdW5pdmVyc2FsLnBuZ+17f1jSV/83u9ty3/XDWpmYP7idrZqWjlxaqdBWd9ZaulrmSoWSlJoikYkoArU2TUSpNXOulO3b7myZUlhCIlArwCSlckWEQvFJzQDxYwrIzwdsV652X89zPc9138/1XNfjHwrnfT6f9+v1fp/zfp/30XNKP0+In/HO/HcgEMiMDevXboFA3hRBIH8zvz3VLcmq6z/v/ngjd0v8J5DGzoABd+NN7MebPoZALjKn2Xe95W7/177123MhkJnXPT9vSPFnd0MgiG83rP14Kwll6MGVNfRvd4GtC9EHI1YPlX49Dyx9Ur2+6JdroermS2+93/y2eA/8k/X/WHp59pJrX72J33Lx8xnid3E/euFwDVc+Vt1YuO2+i/aZ2Y+durJvBbZReTwgt1Hui9DfPH85s+OWOjeTjb7/WdAKXKHhsiIB7XiWnIh2DldFFD2ehnZTgxy8Lznhw9+mT1GpA0ROg8a5VAD3yLvfv5hbHi5hV6GpKwXvjUv+cTE/jYFmi5yFhR6rIDxZurnw70LfZfxZnuYg54EgiDR4pf/utDfczUfhZT26Q/q/ebq+PARO82Bl+InGmyf+J809vRvR1rsDvVVoBMWm0iA2bDn1FmHhDeXRGr9ISYT7gYeWfpqzv0vHFlGNwewFDjQh6obfsZpAH8DX3Yuze3oFJVe+GzFpGW2dFXSP8oNRC/ZuIxK3Mjw2Xwre0MRpOp1ud3P7acaGHytfvrv+7nm9/ix0nMaa7zIzsPFii9vU1f7ffRQWExP6Av7oL9uVys1wqtvI28ULOtonIf7jEKeflUerVwiG28Pq3PNxbMTochqvpmuzYoQSIEsQ+hLxrJXpsjC76tnCwkLHqMIoWHf3U7GCWFQuVRQmvYTc7COffuwStYk9OgHQbnm/Jn5cyYmkDPt3nSHjJGTnllE39B8bZ52R5Cf65Xmbx8yrnHMM9N2C3R7SO7cnSSJ+pWnGOvMT5AibfiDRNZKoGfn9i8SaWvLgFbLiB+zEY/muUbQrr1B/UZrARFj3PPOwNaY1db5UukWj9UPDc8Rto1fklEEtKx5OFzeJtJw6FtWqzoqQ/+nB9KFzkgbDCtNlNsWgzno+btqSercdo4bSRbU8ywmpIVJoEj/Nq8TSxgPry22V4MZnKYwd4HUDNq23cMJaa6aH4sGws25rKf5Ieb21WeqLIj3WrqKZ82n5xuUFf3qWWAMjubRlEWoyrnbCMepyQpiwgWCbfgHK13pppRnBjclxa25N8DWm3y589mudOuBK6D1I5kuXDOTMRarCah3Lb3A/QZi7c+ukQWT9p1N+mNDMTyuyAURIWVUTy5Ux8d5g9NQLsmL2vx6Pgdhlnll34XwoUHUgaML6VcwJN/3L4S4c661KZAutzwS07y6lg8uD0Lqkl3N43T1/fCvB2hctKgDPz9q56bXu/+ejCHM/iy0gWstElrIuo3PQWEt1KGiOkWmioWlXA33RMnB5IFoFLkdMYJ8tBMW+id5I+9DAzyVBf5vngwbAy6gJ7VvjnBZg4HDGzqWvigvu+54qsexgT5A9x/G6efXHcy9Jlp/Tv7HswplzExEYSj4YQH1aQj0izhAZzzf8Kajbg/5eAo1HFQ68P2/0yfHEM3/t9gIUDxno/l8npZPSSem/W5qzjOqJc1+OzOTsRTt7cbVU60B0hApN6wuBja23WmU3KJSna2AtpDGOjd8pjYy1D13HC3sMBtpYFW3sN+do2taJ3JaknPJkp32H6g6om8Oy3BCzTiJtTciNEZqy9AsP55++k1dyflYGW/TZdBRADeeLLF82WsHpKlW2F9vgCCzgc/9F6Fcw0O5F13XA2p4s3A/qkuJrnskfEGPp2PWOTqO9U7zvo9qk5ZLTln4eKnVR+2BM45wqaQZIlOjMmN9JlG5sK5WMBDiktNQodRVoDc7xx+e3Ghp80UXgiFJONWlX2bh8gdpkEBx/NYHt/5DaYGizLK+9eBmWF3qHOPJfmM/pWgUpjbEueOo/oRUoyui9MtsRfAqjCsgjuDan0siw4Kl18Hbxaq7jfjvBsZhaboOFJB2RSOfIs8tsZSomdzliMDgHmcMPvKLt5VFby3mdboYL1VyeHGwhrfS/n5Pyp0KmMm71TAn7cs8TLBUXX1O9J3bjV1DMlrkiyQqfcvhiyWlomUTVNrVJAD0vUQWu2d56qhwNCvG0ecmMLwGgdPNXtO1QV2w20ktVxTVHo2DGxLmiCpXR2F+z5U/JPMP76GEwC2d8YqkUIBiy9CX0O3taqbFNoVMbSA7igvlcZRk+j4FNK8ceKP/5A39RM3uairkoyybM4CqFrRQVMArKtwNRxl9eS/YMdJYulooTZ8C/Kn8ju7tvGbxQHClNf7OM1ilhQ6XNSN9sG8jQ3crGN1HGOKCOwzTWbPsrL3OunX5tr02eco91kaCkBtAJoVPZoBxcehS+Ryy7A60qBnHfYm7T8QUMbLlYprQsFzbsj41ZUswBnUyWf5SwY5maCT6/3qxdBfhlgsM8SjfaFCnSOvyM6NR5OC9e/qf/wuO77XTsLpzIBy45I6tVbo0D9qbO42pmfgafKX76EV1XDg+V/GpAeoNORvqe+UZ0a49B7pqvYCqYOsmR5Y0wfPQg5vsZ6ODiehIZfgCHhMGJYh0wbNABFCisy+Qg1yX9NWI2SSIGG//qxEhqTd2kdFI6Kf2/IE23p6chraeRPzqFTc1/6nv2uASWAFswJauUPfpnMSiFJcIW/0Us9kWP6CO+TH1tZwrXhaHH2gfGV9Wf/Hiq8R0u9j+xLwgYYDufsb88dWnpS4UrtjBCIgQj75YVDt9cZHQkbNRMgK34zp1pJREG2UuUit32HSfBjbaJBTHET3Q/035X+NJMYL07U/qJLkVMqvn/SE2gn0gIluNPIZ5Xy0/VkrSl0+RIl12wMdxYja1dKTBSjDGObrmj+9t4GGVE/b4RBVLR/Y4HKCRVoAcqmMbwqolJetNyuTkEUBz2RpDg1DibvskXUCRJakuCCp+mf0hXfUNaKbmQ30RCNkZuxbFh1xVc4WhDWZXZ8cjb+UhQNZj5MkAkx9zhzB+0+Ey5HcKM3W9kCRXZ+lIsXZynVeBUjz8o/gXOMLA2+3D5eg5oNagqPs7pzmyNfahO5GXb6TY/ebZ/iMJkhTtxmkESmdBj6MfYhHi25sqrtveMYKnitw9UYhPF7gqiEDQwbW6e2OPiXngUjuUTFV52bWk4WU5WP+876BPBVEjzEKO/JqZ1L5TU8UQkSmsNL3uueTa31HZEhTWSGVsJShJa2wtPL9dJ3SXN5lR8N7pbARWlry6rktqgXD8jpv/V4SAeB8MkNVCySS5pp1/7irEW/rbYICHNnfKQ+BP95w8a54gkOO3wZgaWQIMvxqGRkguLc/zN0fMxW1MX5US3ZPPKDn1lW1pN4MN5GUCySRhPQNtsKhQ361VPxqyilgf3h15P3hZ7OnTdf0OPpj+iV5klDz5adwan1AFRKnQ8wAKov+1pdVDgB8R7ltf6Ra1rNoxKHVg8phvdikCpdaiXSYqw4EUND59ajn+r9VOCQ1+iYuJ9uplbVJK2j+hVgEGs42o+8Tt8z1SNVkmQ0siW9AP+GdfvCXkJrSwCS6VjmsMQXoSxZgLNZnY0fv/qBNJVoAGVNX09fRcWWpURch96RhJ59r+hjZKDzS7TTUMGkDIL6F089Z88pkMHVO/APGjJts83R+bM4colbFKK6uOwxmiE2mHxEdtWFfMsUC5GZaIwzHjk93lLXo0XRaAo/XbpY2wEnbC3tTVi6k9Qajr0Hfg7OFHG/ukogtKp+gDDmM9VIXKzbFYSGegvMmhKDEjpCh88rbXBoPIXq5RCNsFGSmtNBKygjgQDFGCU+fCO6Xk2bpfgtbn2xEud1fFvCGrVJvfkosV25yt190R/ieVmV/R1GarCxf/59XCKWUZNi8rGofH2Fv7EEhW/zL0nagEUp5mIQnh2Obag/JiOo4hnWX+vC0fB1GaheexEW99rz5+R238U2O3P5ejW2KlsS7+5tT/ON6Ie+1r8GkBd6aLaFXGWR4d9RTNV8M8c7a9aEgOnirkxOVL2UDm+CNDuH31tBePGUSl9kayVccNtIb4R8RrrfS4D3fGaO+6AYbZrJqUOoy98+nNJOPU2hYEijBGnfyF6LdbcewDYDhiyKay4wSAfbNGPbrbDYBj3xuDrX/P/4qq9hslFZVLNf17NFgb6vA7mfAwbfLWCm/yX0iTEJMQkxCTEJMQkxCTEJMQkxCTEJMQkxCTEJMQkxCTEJMQkxP8uhMXEFVGMjxsWCAQrQib+UBdBGdhYZ6Sa+eagvk/vunywa07NfkmlPVcel+85jT8Y1135S5e4ehZ2DTHzFvR/fTT+/7AZN6RxOTSLxmXH/g36AueLUAW9lV11SMdAVzzSeqfLCzF0qOu6N7I7oRUNOsU2PyPeRPC8I8BFH9GDrrS5sI2WJ4uQBQ0d7zX6c/24crXJLZPhBqMVQSKhc5TNog5UUT+gYPl0c7TaqAc8NwgKCx9/6/sQMdBHLe14D9GpBzR0XffluL4WrdkayirTtZgsoyCTFkvx4peZY2yknGeeA2Xf6jkClmuMhaSMydBUlc5lwrtMIymi0RTfILL+Ijet01BgUmI19m7k6O9f4K9k22zvKlSoZh8RFijU2PuiNfuVJEcSDR1hi9yPHMQQBd7UocO90oIvVK4duUhnb96IsiZN7e0e53mJ6VdgNKxoGtVopkY4ArLFeRxV40Kq3Gie80NjHLXnXiXcY8yVUuhsodEmNKZ/3hauIQ9d89KYWqCd2lH4pW9glkMwniWPFpcTXzSIGaHLxzwHyEUrD4qvfkSN+I1pb2OmrkqVGLQKHi4VnzqPFp7+OV0mkalUmRxkiBlAnNOJpfPxSOcSaa9K1RPBdTDukFTJKwP4rTD3bF3qvD4cwoz9zikgJyn7d4XxO85pzU4q4sqjh0CyKaHHRynN3cp4C/7JDTZ84W6Fkv54gf9CbTVCdS1YfT9JHRTtyzIbjs6VF9KvhaHU3mvhByTGpNaAw72WOH9AyUPZC6DyNxnwvbYlDZ5D+Ylelx67acUbQxDF4P48geUHKatfNV+kLsUyUL0v/abZfsxBIWe8INSula82Faz4zZJ322K6UF+RBK/N9mLISH2KmEXURJMoH/6umG3bvAwVJG+nH/qKkQh/r1z3DdgfXPxPRxNPy6rXqGRORoCASVrpPNXZGL3ugkE3yFUVNd+bZT7WY95WZZ4CgfBS7bfq9MaH9TKEb4oSt20es2FQIXcto/bchr7HkTVrq5ersOrd6fv85OFaU4YoH2N/6P0xOExd/Q5gvU46qRzFAnczaOtyCmHJArXewS/V68Co3WZBZU+f+2MGBHJLzG2pkcnHHsoQMA+Cr8b5AyW8UWbJW4M50hauesj0ToGTbvQWs/O3mcjmnAq0UuUtYdfLBsluJ2Q4HsOcuwod9W2D/hDIDzFVsGe1N8cVdV5bhBy7OfKcEChh+89fs5aonKVpJyrz0i101uXvHecX5SQX6bTEfd3OW2ySw3JfcsFRjU4hOEDc4V322EZSDyllzWik6BwyJFrArEcZe4JEVJeZ5hr5NqLo8Yj9uRwWVMuxqdtzjucdfxw2bsrvtQV91SNGRf97tlPZGdyVviyXvb9LfjNJkAUohPUo4hz3rPki2U+U/mA+MiQ7YmoleFhS4lh8zXBEnstYDZgXUiMkV32ALXbhjRUrp7bDi8VszIKH6oXqTuJW+rW95JMOyOXl7vB6gtDKe/PUVflZdmuHxt7RpRCaLpPRBo1O7rLLu3Sd4w7O1Nxx8/P4hdeNc7GUxq/1zzluv6feYJWftLNGy9HRc9f8BvUJb3KdaNpVxAfUegPBdaN/lbDhQ8bFrNR5h7t4S2pxy1EixyEzBuqvUDnV5T+HomCibdfdFLFsb/d8VfdBf28cFm6d0r0pA80MnnnBc9FEnWwd0Pbqq9GJiLEn4gzQ+gx9REnBZ3CV5odZ7LTp+5V57FA+HgJ5tB9squGIUljHX1A71f2kn+YnOphSRYkrhrasuxfZqFUFcymDuayNXuf0Qq5J4X2adPI09GrOMLqGY5sKgewHI90akjVr7VKHfnRN3timHH9mSAXiRBsi2jMNOu6M33/ISTONQuXa+eKh79OwvPOOnSd6zPdNLWs+qt3bTGFpU+B4HXoHBHLVXASWoT9zJVB+d6c/vGgM1myuEmuM0vzK3S5Q0II7Ip0Grgh2hjidHOgNbTMIuwsY9BEiuv55U2XPmXdhmNhjjzhmbFEQRxrXpJJkgGDmmp3dCxGJAOG+Yx4tkyNPdK+H3S16HSH2ZNjM7q9202HfiJY6M971IhDbMs2CyyLqA1gbyODwmCeLbBiixk1K1cN28TGxOQ+o2A2MCIBD0s9iBmuNls32FkrA5z1RN/IAguwp22Vla1qzGajTPDUurqIt54tSM7noFkgVD3Epeh9Y/2JEseH2cj6uaOY6GyxtDsxlKRKrjugymZoKOjJS2V+X/sJPKx46y0KaHL4bLrl872wjatxuXEb4Eubw3TYeZSS+3tilmH24g7inVOqtEsnwsEQGNqR8NpaoghY1T7ltQv4mZauuLXECVMYeoDl+N4vVoI+KBC9KpLHFjSChQgYA5bQgGDYVz9jZpKrYTCiaCSgsp8plUtcd2twIDXv2EpvdXWh8S3MoaHFx1qenfUUrU8AW3hL+jCGiUgEsninTDweHM9dEUgMzFNPG59aVc7qAu0qKO2nhqxwU6yoJ8A0UxQH3zj3dYareuIuogueILU202FlTNs89fFsP70jKGOeV7AMjezziJgULue8EqnuiENGYv5fJlc5hEhmTqkLw9QvHh63yyK4w6vOgwqc/d5UgRty/kPbHXJLLpqFZb7LsN8t00Gs7w22FAR21Y8uzWdtOpgWNJ4hcH0D0jZ41g6hsuj4+ZdWDU2CW1db8Z/V0aS/45S5GGKCMxzylY8NxrJ99aFzYlFv6ZoLA8LTJYRLyElLzp68Do7Q4sYohY7YhkO7hyMwZhm/lzoge61avtVffRCB9AEXnxgjBAWs1a6y67FDYCbmsSI+B8d1vR+ccFyx9ROawpYT1kuAf0oTRzo2f2H/8g1zknBLz4pmDcJKYDcptuhK98A3IQS7ZOlDXJfoCncwIhUsY0hl3TMMOrhnH6vmIj5u+kuBwLy2YakPvxdnZIgF++mpFJYXazFFt1VIqtJgKJsUFM8aDBKlUFHgmk9uDqC3T5cSLDJizNtDwExnELhwf3BjwVqNZaBbg/VpCCT28Tabmg8abwiBgXyDOJT5eyr682a74Wr8qmG/0DNJFChoYYtKCXHdvNbJ6oiGQo7an8cgfnQLrWZDxTz0HzK6zxFCIBXmqWVy+HpSRmruoi1vO6XPHw9KYNZpdb1kR4f8sk1suv5bBum6x4K1LeLIbrEp9bqR70SK5a5sIYQ0Bua/DbmG6LAOJzieJCS7317bA5/G0kXhfjbq9V/uoXYhqDLEVTgdEp9ZWOaYtEEokt+eKUERLsTs7cVSpSQH67cq8pvHMxG4d/nTMbM89Rslxe+fUcUvku7RtHHkHA8wKoR6l2BlsB8/Hu93Vh3f2fdLaKrIrqAZFgmg4TPRdRdhI1QxEa5JpdH+gUoE5sgs3PWVzbE+UUFJs+KLktKVQpu486l6kiSd1R8x70UTB+LjJKOPJK4eSwJHL3H25w2NyGsLRmirmR1EF/hwmVldHfVYXXjvMDWzW7qXaLi5AcQUJsYZBKVUvVRPjBouz9Y8bOOwqXZswqIQUqjeRdU3pf+frB3gpfwSZ4/Po9saTnhH43DZSh6xxOqypu1nH3WPUrwVgLpJ15ZVQQCE57I2wnNgcthuz4QHaWEKzlHTp7qCjTEPblApZ3m40MwUcuQet5Gqm+omR6H6yuOlFpFTNQG8mOsaNuRIfVLDAEWNa2fZiPf/YrglkUvnATvvDD6k1dX8iil8znqNy1owny26FyDna5BhDK/sx7gphJcldDd+VS/OgoigOnsxggU2wjdo8lc7SLOUv9SeT6vW63lXqUlqBmOJeNu/1OtwldLgvUvWBjW96xpGL3X68F/f8VuRAv7aFgfaHOYdKumAkVxVtrAo/831w2DlsOWQ2UoxkzbKz+/J3Y7zxlRRBanwRjWhaXoBM6yVffVFSGmosfHL0H7XbYD+mPouJzh8dKEkuiJJgkTZlmZfVRsjqW0TVLkqgDXnRjs4MGzG5Cw4z3r+QVM9yKFmbRKhGoJnVEoCPGQxxh0W40QsC+dBXk1HpEJD/AeY2cOTXtqUu4hvoWjPCFhCQZwB1jY3s5LTpNNCXBo44zSJk4JVlfwSba46mjuLvGqZzC2qMbxiHqW67L+dax9DJyiWdvcp9XPCXrz0UQW9NHoLguQEdQTUpPMdfz2AUQxeZFL121QtVnt0NoEV+yEYcTMtrWlEC/xAhVJG2XLssZe9LkZ/izYivLZ+N2Wa3sy1EtiUPWeSQ4O0SMfewOKPYsx3kxeXvPcxr1OXMQ/hKA+aLOsVdiUiK9ZEXklToKfrfQ/lWZXA9W5ufvMc3mRDZ+D1FyIUlfzQLH8VoxhIK3xi/b51xkRw3JPHH/+LruUR9NW0eXzHFZRO5TqLe9vTnb9ejvE85abUOz23sq5+mG+nhEvZTmrOfdjfsxRvvxiiedoBh1sF8EdlzIbbL36N5NfZillg4SqtJcHl35wtO2jaJajwKN/wjYW3jJzu//h9QSwMEFAACAAgA73FITXA/OElKAAAAagAAABsAAAB1bml2ZXJzYWwvdW5pdmVyc2FsLnBuZy54bWyzsa/IzVEoSy0qzszPs1Uy1DNQsrfj5bIpKEoty0wtV6gAihnpGUCAkkIlKrc8M6Ukw1bJ0tAYIZaRmpmeUWKrZGZhChfUBxoJAFBLAQIAABQAAgAIAO9xSE3/6EwIKgQAAHYOAAAdAAAAAAAAAAEAAAAAAAAAAAB1bml2ZXJzYWwvY29tbW9uX21lc3NhZ2VzLmxuZ1BLAQIAABQAAgAIAO9xSE2LtzoSDwQAANwPAAAnAAAAAAAAAAEAAAAAAGUEAAB1bml2ZXJzYWwvZmxhc2hfcHVibGlzaGluZ19zZXR0aW5ncy54bWxQSwECAAAUAAIACADvcUhNBOcD0bYCAABTCgAAIQAAAAAAAAABAAAAAAC5CAAAdW5pdmVyc2FsL2ZsYXNoX3NraW5fc2V0dGluZ3MueG1sUEsBAgAAFAACAAgA73FITaPtv2riAwAA7Q4AACYAAAAAAAAAAQAAAAAArgsAAHVuaXZlcnNhbC9odG1sX3B1Ymxpc2hpbmdfc2V0dGluZ3MueG1sUEsBAgAAFAACAAgA73FITQ/kWSCZAQAAHQYAAB8AAAAAAAAAAQAAAAAA1A8AAHVuaXZlcnNhbC9odG1sX3NraW5fc2V0dGluZ3MuanNQSwECAAAUAAIACADvcUhNGtrqO6oAAAAfAQAAGgAAAAAAAAABAAAAAACqEQAAdW5pdmVyc2FsL2kxOG5fcHJlc2V0cy54bWxQSwECAAAUAAIACADvcUhNlBOzImkAAABuAAAAHAAAAAAAAAABAAAAAACMEgAAdW5pdmVyc2FsL2xvY2FsX3NldHRpbmdzLnhtbFBLAQIAABQAAgAIAKBhr0TOggk37AIAAIgIAAAUAAAAAAAAAAEAAAAAAC8TAAB1bml2ZXJzYWwvcGxheWVyLnhtbFBLAQIAABQAAgAIAO9xSE0129mtaAEAAPMCAAApAAAAAAAAAAEAAAAAAE0WAAB1bml2ZXJzYWwvc2tpbl9jdXN0b21pemF0aW9uX3NldHRpbmdzLnhtbFBLAQIAABQAAgAIAO9xSE3u1b/WnBkAAPA+AAAXAAAAAAAAAAAAAAAAAPwXAAB1bml2ZXJzYWwvdW5pdmVyc2FsLnBuZ1BLAQIAABQAAgAIAO9xSE1wPzhJSgAAAGoAAAAbAAAAAAAAAAEAAAAAAM0xAAB1bml2ZXJzYWwvdW5pdmVyc2FsLnBuZy54bWxQSwUGAAAAAAsACwBJAwAAUDIAAAAA"/>
  <p:tag name="ISPRING_ULTRA_SCORM_COURSE_ID" val="29CDFE28-0755-48D7-B396-2DB4679C4ED9"/>
  <p:tag name="ISPRING_SCORM_RATE_SLIDES" val="1"/>
  <p:tag name="ISPRING_SCORM_RATE_QUIZZES" val="0"/>
  <p:tag name="ISPRING_SCORM_PASSING_SCORE" val="100.000000000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Content List"/>
  <p:tag name="ISPRINGCLOUDFOLDERID" val="0"/>
  <p:tag name="ISPRINGCLOUDFOLDERPATH" val="Content List"/>
  <p:tag name="ISPRING_PRESENTATION_TITLE" val="第1章 认识计算机 教学PPT_薛蒙蒙_0827"/>
  <p:tag name="ISPRING_RESOURCE_PATHS_HASH_PRESENTER" val="7f67bb4dbb215e7b2ce413a04a60e871f1cfb1e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1 逻辑覆盖法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3.3 本章小结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传智播客.黑马程序员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6301</TotalTime>
  <Words>4163</Words>
  <Application>Microsoft Office PowerPoint</Application>
  <PresentationFormat>宽屏</PresentationFormat>
  <Paragraphs>598</Paragraphs>
  <Slides>62</Slides>
  <Notes>62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73" baseType="lpstr">
      <vt:lpstr>等线</vt:lpstr>
      <vt:lpstr>等线 Light</vt:lpstr>
      <vt:lpstr>方正细倩简体</vt:lpstr>
      <vt:lpstr>宋体</vt:lpstr>
      <vt:lpstr>微软雅黑</vt:lpstr>
      <vt:lpstr>Arial</vt:lpstr>
      <vt:lpstr>Calibri</vt:lpstr>
      <vt:lpstr>Lucida Sans Unicode</vt:lpstr>
      <vt:lpstr>Times New Roman</vt:lpstr>
      <vt:lpstr>Office 主题​​</vt:lpstr>
      <vt:lpstr>Visio</vt:lpstr>
      <vt:lpstr>第3章 运算符重载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认识计算机 教学PPT_薛蒙蒙_0827</dc:title>
  <dc:creator>lucius</dc:creator>
  <cp:lastModifiedBy>薛蒙蒙</cp:lastModifiedBy>
  <cp:revision>757</cp:revision>
  <dcterms:created xsi:type="dcterms:W3CDTF">2016-08-25T05:35:30Z</dcterms:created>
  <dcterms:modified xsi:type="dcterms:W3CDTF">2021-03-29T06:50:31Z</dcterms:modified>
</cp:coreProperties>
</file>